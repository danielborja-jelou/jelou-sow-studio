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0" autoCompressPictures="0" embedTrueTypeFonts="1">
  <p:sldMasterIdLst>
    <p:sldMasterId id="2147483648" r:id="rId1"/>
  </p:sldMasterIdLst>
  <p:sldIdLst>
    <p:sldId id="256" r:id="rIdS1"/>
    <p:sldId id="257" r:id="rIdS2"/>
    <p:sldId id="258" r:id="rIdS3"/>
    <p:sldId id="259" r:id="rIdS4"/>
    <p:sldId id="260" r:id="rIdS5"/>
    <p:sldId id="261" r:id="rIdS6"/>
    <p:sldId id="262" r:id="rIdS7"/>
    <p:sldId id="263" r:id="rIdS8"/>
    <p:sldId id="264" r:id="rIdS9"/>
    <p:sldId id="265" r:id="rIdS10"/>
    <p:sldId id="266" r:id="rIdS11"/>
    <p:sldId id="267" r:id="rIdS12"/>
    <p:sldId id="268" r:id="rIdS13"/>
    <p:sldId id="269" r:id="rIdS14"/>
    <p:sldId id="270" r:id="rIdS15"/>
    <p:sldId id="271" r:id="rIdS16"/>
    <p:sldId id="272" r:id="rIdS17"/>
    <p:sldId id="273" r:id="rIdS18"/>
    <p:sldId id="274" r:id="rIdS19"/>
  </p:sldIdLst>
  <p:sldSz cx="12192000" cy="6858000"/>
  <p:notesSz cx="6858000" cy="9144000"/>
  <p:embeddedFontLst>
    <p:embeddedFont>
      <p:font typeface="Poppins"/>
      <p:regular r:id="rId28"/>
      <p:bold r:id="rId29"/>
    </p:embeddedFont>
    <p:embeddedFont>
      <p:font typeface="Poppins Light"/>
      <p:regular r:id="rId30"/>
    </p:embeddedFont>
    <p:embeddedFont>
      <p:font typeface="Poppins Medium"/>
      <p:regular r:id="rId31"/>
    </p:embeddedFont>
    <p:embeddedFont>
      <p:font typeface="Poppins SemiBold"/>
      <p:regular r:id="rId3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28" Type="http://schemas.openxmlformats.org/officeDocument/2006/relationships/font" Target="fonts/font1.fntdata"/><Relationship Id="rId29" Type="http://schemas.openxmlformats.org/officeDocument/2006/relationships/font" Target="fonts/font2.fntdata"/><Relationship Id="rId30" Type="http://schemas.openxmlformats.org/officeDocument/2006/relationships/font" Target="fonts/font3.fntdata"/><Relationship Id="rId31" Type="http://schemas.openxmlformats.org/officeDocument/2006/relationships/font" Target="fonts/font4.fntdata"/><Relationship Id="rId32" Type="http://schemas.openxmlformats.org/officeDocument/2006/relationships/font" Target="fonts/font5.fntdata"/><Relationship Id="rIdS1" Type="http://schemas.openxmlformats.org/officeDocument/2006/relationships/slide" Target="slides/slide1.xml"/><Relationship Id="rIdS2" Type="http://schemas.openxmlformats.org/officeDocument/2006/relationships/slide" Target="slides/slide2.xml"/><Relationship Id="rIdS3" Type="http://schemas.openxmlformats.org/officeDocument/2006/relationships/slide" Target="slides/slide3.xml"/><Relationship Id="rIdS4" Type="http://schemas.openxmlformats.org/officeDocument/2006/relationships/slide" Target="slides/slide4.xml"/><Relationship Id="rIdS5" Type="http://schemas.openxmlformats.org/officeDocument/2006/relationships/slide" Target="slides/slide5.xml"/><Relationship Id="rIdS6" Type="http://schemas.openxmlformats.org/officeDocument/2006/relationships/slide" Target="slides/slide6.xml"/><Relationship Id="rIdS7" Type="http://schemas.openxmlformats.org/officeDocument/2006/relationships/slide" Target="slides/slide7.xml"/><Relationship Id="rIdS8" Type="http://schemas.openxmlformats.org/officeDocument/2006/relationships/slide" Target="slides/slide8.xml"/><Relationship Id="rIdS9" Type="http://schemas.openxmlformats.org/officeDocument/2006/relationships/slide" Target="slides/slide9.xml"/><Relationship Id="rIdS10" Type="http://schemas.openxmlformats.org/officeDocument/2006/relationships/slide" Target="slides/slide10.xml"/><Relationship Id="rIdS11" Type="http://schemas.openxmlformats.org/officeDocument/2006/relationships/slide" Target="slides/slide11.xml"/><Relationship Id="rIdS12" Type="http://schemas.openxmlformats.org/officeDocument/2006/relationships/slide" Target="slides/slide12.xml"/><Relationship Id="rIdS13" Type="http://schemas.openxmlformats.org/officeDocument/2006/relationships/slide" Target="slides/slide13.xml"/><Relationship Id="rIdS14" Type="http://schemas.openxmlformats.org/officeDocument/2006/relationships/slide" Target="slides/slide14.xml"/><Relationship Id="rIdS15" Type="http://schemas.openxmlformats.org/officeDocument/2006/relationships/slide" Target="slides/slide15.xml"/><Relationship Id="rIdS16" Type="http://schemas.openxmlformats.org/officeDocument/2006/relationships/slide" Target="slides/slide16.xml"/><Relationship Id="rIdS17" Type="http://schemas.openxmlformats.org/officeDocument/2006/relationships/slide" Target="slides/slide17.xml"/><Relationship Id="rIdS18" Type="http://schemas.openxmlformats.org/officeDocument/2006/relationships/slide" Target="slides/slide18.xml"/><Relationship Id="rIdS19"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5"/>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0"/>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0"/>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logo-blanco.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logo-turquesa.png"/><Relationship Id="rId3" Type="http://schemas.openxmlformats.org/officeDocument/2006/relationships/image" Target="../media/icon-users.png"/><Relationship Id="rId4" Type="http://schemas.openxmlformats.org/officeDocument/2006/relationships/image" Target="../media/icon-target.png"/><Relationship Id="rId5" Type="http://schemas.openxmlformats.org/officeDocument/2006/relationships/image" Target="../media/icon-workflow.png"/><Relationship Id="rId6" Type="http://schemas.openxmlformats.org/officeDocument/2006/relationships/image" Target="../media/icon-comments.png"/><Relationship Id="rId7" Type="http://schemas.openxmlformats.org/officeDocument/2006/relationships/image" Target="../media/icon-plug.png"/><Relationship Id="rId8" Type="http://schemas.openxmlformats.org/officeDocument/2006/relationships/image" Target="../media/icon-calendar.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logo-turquesa.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logo-turquesa.png"/><Relationship Id="rId3" Type="http://schemas.openxmlformats.org/officeDocument/2006/relationships/image" Target="../media/icon-alert.png"/><Relationship Id="rId4" Type="http://schemas.openxmlformats.org/officeDocument/2006/relationships/image" Target="../media/icon-check-circle.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logo-turquesa.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logo-turquesa.png"/><Relationship Id="rId3" Type="http://schemas.openxmlformats.org/officeDocument/2006/relationships/image" Target="../media/icon-workflow.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logo-turquesa.png"/><Relationship Id="rId3" Type="http://schemas.openxmlformats.org/officeDocument/2006/relationships/image" Target="../media/icon-user.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logo-turquesa.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logo-turquesa.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logo-turquesa.png"/><Relationship Id="rId3" Type="http://schemas.openxmlformats.org/officeDocument/2006/relationships/image" Target="../media/icon-alert.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logo-turquesa.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logo-turquesa.png"/><Relationship Id="rId3" Type="http://schemas.openxmlformats.org/officeDocument/2006/relationships/image" Target="../media/icon-shield.png"/><Relationship Id="rId4" Type="http://schemas.openxmlformats.org/officeDocument/2006/relationships/image" Target="../media/icon-id-card.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logo-turquesa.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logo-turquesa.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logo-turquesa.png"/><Relationship Id="rId3" Type="http://schemas.openxmlformats.org/officeDocument/2006/relationships/image" Target="../media/icon-file.png"/><Relationship Id="rId4" Type="http://schemas.openxmlformats.org/officeDocument/2006/relationships/image" Target="../media/icon-plug.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logo-turquesa.png"/><Relationship Id="rId3" Type="http://schemas.openxmlformats.org/officeDocument/2006/relationships/image" Target="../media/icon-alert.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logo-turquesa.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logo-blanco.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logo-turquesa.png"/><Relationship Id="rId3" Type="http://schemas.openxmlformats.org/officeDocument/2006/relationships/image" Target="../media/icon-users.png"/><Relationship Id="rId4" Type="http://schemas.openxmlformats.org/officeDocument/2006/relationships/image" Target="../media/icon-target.png"/><Relationship Id="rId5" Type="http://schemas.openxmlformats.org/officeDocument/2006/relationships/image" Target="../media/icon-workflow.png"/><Relationship Id="rId6" Type="http://schemas.openxmlformats.org/officeDocument/2006/relationships/image" Target="../media/icon-comments.png"/><Relationship Id="rId7" Type="http://schemas.openxmlformats.org/officeDocument/2006/relationships/image" Target="../media/icon-plug.png"/><Relationship Id="rId8" Type="http://schemas.openxmlformats.org/officeDocument/2006/relationships/image" Target="../media/icon-calendar.png"/><Relationship Id="rId9" Type="http://schemas.openxmlformats.org/officeDocument/2006/relationships/image" Target="../media/icon-alert.png"/><Relationship Id="rId10" Type="http://schemas.openxmlformats.org/officeDocument/2006/relationships/image" Target="../media/icon-check-circle.png"/><Relationship Id="rId11" Type="http://schemas.openxmlformats.org/officeDocument/2006/relationships/image" Target="../media/icon-checklist.png"/><Relationship Id="rId12" Type="http://schemas.openxmlformats.org/officeDocument/2006/relationships/image" Target="../media/icon-link.png"/><Relationship Id="rId13" Type="http://schemas.openxmlformats.org/officeDocument/2006/relationships/image" Target="../media/icon-send.png"/><Relationship Id="rId14" Type="http://schemas.openxmlformats.org/officeDocument/2006/relationships/image" Target="../media/icon-phone.png"/><Relationship Id="rId15" Type="http://schemas.openxmlformats.org/officeDocument/2006/relationships/image" Target="../media/icon-database.png"/><Relationship Id="rId16" Type="http://schemas.openxmlformats.org/officeDocument/2006/relationships/image" Target="../media/icon-chart.png"/><Relationship Id="rId17" Type="http://schemas.openxmlformats.org/officeDocument/2006/relationships/image" Target="../media/icon-user.png"/><Relationship Id="rId18" Type="http://schemas.openxmlformats.org/officeDocument/2006/relationships/image" Target="../media/icon-bot.png"/><Relationship Id="rId19" Type="http://schemas.openxmlformats.org/officeDocument/2006/relationships/image" Target="../media/icon-gauge.png"/><Relationship Id="rId20" Type="http://schemas.openxmlformats.org/officeDocument/2006/relationships/image" Target="../media/icon-face.png"/><Relationship Id="rId21" Type="http://schemas.openxmlformats.org/officeDocument/2006/relationships/image" Target="../media/icon-building.png"/><Relationship Id="rId22" Type="http://schemas.openxmlformats.org/officeDocument/2006/relationships/image" Target="../media/icon-chat.png"/><Relationship Id="rId23" Type="http://schemas.openxmlformats.org/officeDocument/2006/relationships/image" Target="../media/icon-shield.png"/><Relationship Id="rId24" Type="http://schemas.openxmlformats.org/officeDocument/2006/relationships/image" Target="../media/icon-id-card.png"/><Relationship Id="rId25" Type="http://schemas.openxmlformats.org/officeDocument/2006/relationships/image" Target="../media/icon-file.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51C2A"/>
        </a:solidFill>
        <a:effectLst/>
      </p:bgPr>
    </p:bg>
    <p:spTree>
      <p:nvGrpSpPr>
        <p:cNvPr id="1" name=""/>
        <p:cNvGrpSpPr/>
        <p:nvPr/>
      </p:nvGrpSpPr>
      <p:grpSpPr>
        <a:xfrm>
          <a:off x="0" y="0"/>
          <a:ext cx="0" cy="0"/>
          <a:chOff x="0" y="0"/>
          <a:chExt cx="0" cy="0"/>
        </a:xfrm>
      </p:grpSpPr>
      <p:pic>
        <p:nvPicPr>
          <p:cNvPr id="2" name="Imagen 2" descr="Jelou"/>
          <p:cNvPicPr>
            <a:picLocks noChangeAspect="1"/>
          </p:cNvPicPr>
          <p:nvPr/>
        </p:nvPicPr>
        <p:blipFill>
          <a:blip r:embed="rId2"/>
          <a:stretch>
            <a:fillRect/>
          </a:stretch>
        </p:blipFill>
        <p:spPr>
          <a:xfrm>
            <a:off x="685800" y="1828800"/>
            <a:ext cx="1828800" cy="471830"/>
          </a:xfrm>
          <a:prstGeom prst="rect">
            <a:avLst/>
          </a:prstGeom>
        </p:spPr>
      </p:pic>
      <p:sp>
        <p:nvSpPr>
          <p:cNvPr id="3" name="Título"/>
          <p:cNvSpPr txBox="1"/>
          <p:nvPr/>
        </p:nvSpPr>
        <p:spPr>
          <a:xfrm>
            <a:off x="685800" y="2616200"/>
            <a:ext cx="10820400" cy="857250"/>
          </a:xfrm>
          <a:prstGeom prst="rect">
            <a:avLst/>
          </a:prstGeom>
          <a:noFill/>
        </p:spPr>
        <p:txBody>
          <a:bodyPr wrap="square" lIns="0" tIns="0" rIns="0" bIns="0" rtlCol="0" anchor="t">
            <a:noAutofit/>
          </a:bodyPr>
          <a:lstStyle/>
          <a:p>
            <a:pPr algn="l">
              <a:lnSpc>
                <a:spcPct val="100000"/>
              </a:lnSpc>
              <a:buNone/>
            </a:pPr>
            <a:r>
              <a:rPr lang="es-ES" sz="4500" b="0" dirty="0">
                <a:solidFill>
                  <a:srgbClr val="FFFFFF"/>
                </a:solidFill>
                <a:latin typeface="Poppins SemiBold"/>
                <a:cs typeface="Poppins SemiBold"/>
              </a:rPr>
              <a:t>Cliente ejemplo · Título del proyecto</a:t>
            </a:r>
            <a:endParaRPr lang="es-ES" sz="4500" dirty="0"/>
          </a:p>
        </p:txBody>
      </p:sp>
      <p:sp>
        <p:nvSpPr>
          <p:cNvPr id="4" name="Subtítulo"/>
          <p:cNvSpPr txBox="1"/>
          <p:nvPr/>
        </p:nvSpPr>
        <p:spPr>
          <a:xfrm>
            <a:off x="685800" y="3575050"/>
            <a:ext cx="8128000" cy="685800"/>
          </a:xfrm>
          <a:prstGeom prst="rect">
            <a:avLst/>
          </a:prstGeom>
          <a:noFill/>
        </p:spPr>
        <p:txBody>
          <a:bodyPr wrap="square" lIns="0" tIns="0" rIns="0" bIns="0" rtlCol="0" anchor="t">
            <a:noAutofit/>
          </a:bodyPr>
          <a:lstStyle/>
          <a:p>
            <a:pPr algn="l">
              <a:lnSpc>
                <a:spcPct val="100000"/>
              </a:lnSpc>
              <a:buNone/>
            </a:pPr>
            <a:r>
              <a:rPr lang="es-ES" sz="1800" b="0" dirty="0">
                <a:solidFill>
                  <a:srgbClr val="E6F2F4"/>
                </a:solidFill>
                <a:latin typeface="Poppins Medium"/>
                <a:cs typeface="Poppins Medium"/>
              </a:rPr>
              <a:t>Pre-kickoff: validamos el alcance y cerramos lo que falta antes del SOW</a:t>
            </a:r>
            <a:endParaRPr lang="es-ES" sz="1800" dirty="0"/>
          </a:p>
        </p:txBody>
      </p:sp>
      <p:sp>
        <p:nvSpPr>
          <p:cNvPr id="5" name="Pastilla"/>
          <p:cNvSpPr/>
          <p:nvPr/>
        </p:nvSpPr>
        <p:spPr>
          <a:xfrm>
            <a:off x="685800" y="4540250"/>
            <a:ext cx="2133600" cy="381000"/>
          </a:xfrm>
          <a:prstGeom prst="roundRect">
            <a:avLst>
              <a:gd name="adj" fmla="val 50000"/>
            </a:avLst>
          </a:prstGeom>
          <a:noFill/>
          <a:ln w="12700">
            <a:solidFill>
              <a:srgbClr val="5FC5E3"/>
            </a:solidFill>
          </a:ln>
          <a:effectLst/>
        </p:spPr>
        <p:txBody>
          <a:bodyPr wrap="square" lIns="0" tIns="0" rIns="0" bIns="0" rtlCol="0" anchor="ctr">
            <a:noAutofit/>
          </a:bodyPr>
          <a:lstStyle/>
          <a:p>
            <a:pPr algn="ctr">
              <a:lnSpc>
                <a:spcPct val="100000"/>
              </a:lnSpc>
              <a:buNone/>
            </a:pPr>
            <a:r>
              <a:rPr lang="es-ES" sz="1100" b="0" dirty="0">
                <a:solidFill>
                  <a:srgbClr val="E6F2F4"/>
                </a:solidFill>
                <a:latin typeface="Poppins SemiBold"/>
                <a:cs typeface="Poppins SemiBold"/>
              </a:rPr>
              <a:t>CLIENTE  </a:t>
            </a:r>
            <a:r>
              <a:rPr lang="es-ES" sz="1100" b="0" dirty="0">
                <a:solidFill>
                  <a:srgbClr val="5FC5E3"/>
                </a:solidFill>
                <a:latin typeface="Poppins SemiBold"/>
                <a:cs typeface="Poppins SemiBold"/>
              </a:rPr>
              <a:t>Cliente ejemplo</a:t>
            </a:r>
            <a:endParaRPr lang="es-ES" sz="1100" dirty="0"/>
          </a:p>
        </p:txBody>
      </p:sp>
      <p:sp>
        <p:nvSpPr>
          <p:cNvPr id="6" name="Pastilla"/>
          <p:cNvSpPr/>
          <p:nvPr/>
        </p:nvSpPr>
        <p:spPr>
          <a:xfrm>
            <a:off x="2984500" y="4540250"/>
            <a:ext cx="1701800" cy="381000"/>
          </a:xfrm>
          <a:prstGeom prst="roundRect">
            <a:avLst>
              <a:gd name="adj" fmla="val 50000"/>
            </a:avLst>
          </a:prstGeom>
          <a:noFill/>
          <a:ln w="12700">
            <a:solidFill>
              <a:srgbClr val="5FC5E3"/>
            </a:solidFill>
          </a:ln>
          <a:effectLst/>
        </p:spPr>
        <p:txBody>
          <a:bodyPr wrap="square" lIns="0" tIns="0" rIns="0" bIns="0" rtlCol="0" anchor="ctr">
            <a:noAutofit/>
          </a:bodyPr>
          <a:lstStyle/>
          <a:p>
            <a:pPr algn="ctr">
              <a:lnSpc>
                <a:spcPct val="100000"/>
              </a:lnSpc>
              <a:buNone/>
            </a:pPr>
            <a:r>
              <a:rPr lang="es-ES" sz="1100" b="0" dirty="0">
                <a:solidFill>
                  <a:srgbClr val="E6F2F4"/>
                </a:solidFill>
                <a:latin typeface="Poppins SemiBold"/>
                <a:cs typeface="Poppins SemiBold"/>
              </a:rPr>
              <a:t>CANAL  </a:t>
            </a:r>
            <a:r>
              <a:rPr lang="es-ES" sz="1100" b="0" dirty="0">
                <a:solidFill>
                  <a:srgbClr val="5FC5E3"/>
                </a:solidFill>
                <a:latin typeface="Poppins SemiBold"/>
                <a:cs typeface="Poppins SemiBold"/>
              </a:rPr>
              <a:t>WhatsApp</a:t>
            </a:r>
            <a:endParaRPr lang="es-ES" sz="1100" dirty="0"/>
          </a:p>
        </p:txBody>
      </p:sp>
      <p:sp>
        <p:nvSpPr>
          <p:cNvPr id="7" name="Fecha"/>
          <p:cNvSpPr txBox="1"/>
          <p:nvPr/>
        </p:nvSpPr>
        <p:spPr>
          <a:xfrm>
            <a:off x="685800" y="6172200"/>
            <a:ext cx="5080000" cy="279400"/>
          </a:xfrm>
          <a:prstGeom prst="rect">
            <a:avLst/>
          </a:prstGeom>
          <a:noFill/>
        </p:spPr>
        <p:txBody>
          <a:bodyPr wrap="square" lIns="0" tIns="0" rIns="0" bIns="0" rtlCol="0" anchor="t">
            <a:noAutofit/>
          </a:bodyPr>
          <a:lstStyle/>
          <a:p>
            <a:pPr algn="l">
              <a:lnSpc>
                <a:spcPct val="100000"/>
              </a:lnSpc>
              <a:buNone/>
            </a:pPr>
            <a:r>
              <a:rPr lang="es-ES" sz="1200" b="0" dirty="0">
                <a:solidFill>
                  <a:srgbClr val="00B4C7"/>
                </a:solidFill>
                <a:latin typeface="Poppins"/>
                <a:cs typeface="Poppins"/>
              </a:rPr>
              <a:t>Fecha: ______</a:t>
            </a:r>
            <a:endParaRPr lang="es-ES" sz="1200" dirty="0"/>
          </a:p>
        </p:txBody>
      </p:sp>
      <p:sp>
        <p:nvSpPr>
          <p:cNvPr id="8" name="Marca"/>
          <p:cNvSpPr txBox="1"/>
          <p:nvPr/>
        </p:nvSpPr>
        <p:spPr>
          <a:xfrm>
            <a:off x="7848600" y="6172200"/>
            <a:ext cx="3657600" cy="241300"/>
          </a:xfrm>
          <a:prstGeom prst="rect">
            <a:avLst/>
          </a:prstGeom>
          <a:noFill/>
        </p:spPr>
        <p:txBody>
          <a:bodyPr wrap="square" lIns="0" tIns="0" rIns="0" bIns="0" rtlCol="0" anchor="t">
            <a:noAutofit/>
          </a:bodyPr>
          <a:lstStyle/>
          <a:p>
            <a:pPr algn="r">
              <a:lnSpc>
                <a:spcPct val="100000"/>
              </a:lnSpc>
              <a:buNone/>
            </a:pPr>
            <a:r>
              <a:rPr lang="es-ES" sz="1200" b="0" dirty="0">
                <a:solidFill>
                  <a:srgbClr val="E6F2F4"/>
                </a:solidFill>
                <a:latin typeface="Poppins"/>
                <a:cs typeface="Poppins"/>
              </a:rPr>
              <a:t>jelou.ai</a:t>
            </a:r>
            <a:endParaRPr lang="es-E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BFF"/>
        </a:solidFill>
        <a:effectLst/>
      </p:bgPr>
    </p:bg>
    <p:spTree>
      <p:nvGrpSpPr>
        <p:cNvPr id="1" name=""/>
        <p:cNvGrpSpPr/>
        <p:nvPr/>
      </p:nvGrpSpPr>
      <p:grpSpPr>
        <a:xfrm>
          <a:off x="0" y="0"/>
          <a:ext cx="0" cy="0"/>
          <a:chOff x="0" y="0"/>
          <a:chExt cx="0" cy="0"/>
        </a:xfrm>
      </p:grpSpPr>
      <p:pic>
        <p:nvPicPr>
          <p:cNvPr id="2" name="Imagen 2" descr="Jelou"/>
          <p:cNvPicPr>
            <a:picLocks noChangeAspect="1"/>
          </p:cNvPicPr>
          <p:nvPr/>
        </p:nvPicPr>
        <p:blipFill>
          <a:blip r:embed="rId2"/>
          <a:stretch>
            <a:fillRect/>
          </a:stretch>
        </p:blipFill>
        <p:spPr>
          <a:xfrm>
            <a:off x="10591800" y="406400"/>
            <a:ext cx="914400" cy="235915"/>
          </a:xfrm>
          <a:prstGeom prst="rect">
            <a:avLst/>
          </a:prstGeom>
        </p:spPr>
      </p:pic>
      <p:cxnSp>
        <p:nvCxnSpPr>
          <p:cNvPr id="3" name="Conector 3"/>
          <p:cNvCxnSpPr/>
          <p:nvPr/>
        </p:nvCxnSpPr>
        <p:spPr>
          <a:xfrm>
            <a:off x="685800" y="1041400"/>
            <a:ext cx="254000" cy="0"/>
          </a:xfrm>
          <a:prstGeom prst="line">
            <a:avLst/>
          </a:prstGeom>
          <a:ln w="19050">
            <a:solidFill>
              <a:srgbClr val="00B4C7"/>
            </a:solidFill>
          </a:ln>
        </p:spPr>
      </p:cxnSp>
      <p:sp>
        <p:nvSpPr>
          <p:cNvPr id="4" name="Eyebrow"/>
          <p:cNvSpPr txBox="1"/>
          <p:nvPr/>
        </p:nvSpPr>
        <p:spPr>
          <a:xfrm>
            <a:off x="1054100" y="965200"/>
            <a:ext cx="7620000" cy="203200"/>
          </a:xfrm>
          <a:prstGeom prst="rect">
            <a:avLst/>
          </a:prstGeom>
          <a:noFill/>
        </p:spPr>
        <p:txBody>
          <a:bodyPr wrap="square" lIns="0" tIns="0" rIns="0" bIns="0" rtlCol="0" anchor="t">
            <a:noAutofit/>
          </a:bodyPr>
          <a:lstStyle/>
          <a:p>
            <a:pPr algn="l">
              <a:lnSpc>
                <a:spcPct val="100000"/>
              </a:lnSpc>
              <a:buNone/>
            </a:pPr>
            <a:r>
              <a:rPr lang="es-ES" sz="1100" b="0" spc="200" dirty="0">
                <a:solidFill>
                  <a:srgbClr val="00B4C7"/>
                </a:solidFill>
                <a:latin typeface="Poppins SemiBold"/>
                <a:cs typeface="Poppins SemiBold"/>
              </a:rPr>
              <a:t>HOJA DE RUTA</a:t>
            </a:r>
            <a:endParaRPr lang="es-ES" sz="1100" dirty="0"/>
          </a:p>
        </p:txBody>
      </p:sp>
      <p:sp>
        <p:nvSpPr>
          <p:cNvPr id="5" name="Título"/>
          <p:cNvSpPr txBox="1"/>
          <p:nvPr/>
        </p:nvSpPr>
        <p:spPr>
          <a:xfrm>
            <a:off x="685800" y="1320800"/>
            <a:ext cx="9359900" cy="533400"/>
          </a:xfrm>
          <a:prstGeom prst="rect">
            <a:avLst/>
          </a:prstGeom>
          <a:noFill/>
        </p:spPr>
        <p:txBody>
          <a:bodyPr wrap="square" lIns="0" tIns="0" rIns="0" bIns="0" rtlCol="0" anchor="t">
            <a:noAutofit/>
          </a:bodyPr>
          <a:lstStyle/>
          <a:p>
            <a:pPr algn="l">
              <a:lnSpc>
                <a:spcPct val="100000"/>
              </a:lnSpc>
              <a:buNone/>
            </a:pPr>
            <a:r>
              <a:rPr lang="es-ES" sz="2800" b="0" dirty="0">
                <a:solidFill>
                  <a:srgbClr val="151C2A"/>
                </a:solidFill>
                <a:latin typeface="Poppins SemiBold"/>
                <a:cs typeface="Poppins SemiBold"/>
              </a:rPr>
              <a:t>Agenda del pre-kickoff</a:t>
            </a:r>
            <a:endParaRPr lang="es-ES" sz="2800" dirty="0"/>
          </a:p>
        </p:txBody>
      </p:sp>
      <p:sp>
        <p:nvSpPr>
          <p:cNvPr id="6" name="Tarjeta"/>
          <p:cNvSpPr/>
          <p:nvPr/>
        </p:nvSpPr>
        <p:spPr>
          <a:xfrm>
            <a:off x="685800" y="2146300"/>
            <a:ext cx="3429000" cy="1968500"/>
          </a:xfrm>
          <a:prstGeom prst="roundRect">
            <a:avLst>
              <a:gd name="adj" fmla="val 6968"/>
            </a:avLst>
          </a:prstGeom>
          <a:solidFill>
            <a:srgbClr val="FFFFFF"/>
          </a:solidFill>
          <a:ln w="9525">
            <a:solidFill>
              <a:srgbClr val="D3EAF3"/>
            </a:solidFill>
          </a:ln>
          <a:effectLst/>
        </p:spPr>
        <p:txBody>
          <a:bodyPr rtlCol="0" anchor="ctr"/>
          <a:lstStyle/>
          <a:p>
            <a:endParaRPr lang="es-ES"/>
          </a:p>
        </p:txBody>
      </p:sp>
      <p:sp>
        <p:nvSpPr>
          <p:cNvPr id="7" name="Icono marco"/>
          <p:cNvSpPr/>
          <p:nvPr/>
        </p:nvSpPr>
        <p:spPr>
          <a:xfrm>
            <a:off x="939800" y="2374900"/>
            <a:ext cx="381000" cy="381000"/>
          </a:xfrm>
          <a:prstGeom prst="roundRect">
            <a:avLst>
              <a:gd name="adj" fmla="val 50000"/>
            </a:avLst>
          </a:prstGeom>
          <a:noFill/>
          <a:ln w="12700">
            <a:solidFill>
              <a:srgbClr val="00B4C7"/>
            </a:solidFill>
          </a:ln>
          <a:effectLst/>
        </p:spPr>
        <p:txBody>
          <a:bodyPr rtlCol="0" anchor="ctr"/>
          <a:lstStyle/>
          <a:p>
            <a:endParaRPr lang="es-ES"/>
          </a:p>
        </p:txBody>
      </p:sp>
      <p:pic>
        <p:nvPicPr>
          <p:cNvPr id="8" name="Imagen 8" descr="users"/>
          <p:cNvPicPr>
            <a:picLocks noChangeAspect="1"/>
          </p:cNvPicPr>
          <p:nvPr/>
        </p:nvPicPr>
        <p:blipFill>
          <a:blip r:embed="rId3"/>
          <a:stretch>
            <a:fillRect/>
          </a:stretch>
        </p:blipFill>
        <p:spPr>
          <a:xfrm>
            <a:off x="1028700" y="2463800"/>
            <a:ext cx="203200" cy="203200"/>
          </a:xfrm>
          <a:prstGeom prst="rect">
            <a:avLst/>
          </a:prstGeom>
        </p:spPr>
      </p:pic>
      <p:sp>
        <p:nvSpPr>
          <p:cNvPr id="9" name="Título de tarjeta"/>
          <p:cNvSpPr txBox="1"/>
          <p:nvPr/>
        </p:nvSpPr>
        <p:spPr>
          <a:xfrm>
            <a:off x="1447800" y="2374900"/>
            <a:ext cx="2514600" cy="381000"/>
          </a:xfrm>
          <a:prstGeom prst="rect">
            <a:avLst/>
          </a:prstGeom>
          <a:noFill/>
        </p:spPr>
        <p:txBody>
          <a:bodyPr wrap="square" lIns="0" tIns="0" rIns="0" bIns="0" rtlCol="0" anchor="ctr">
            <a:noAutofit/>
          </a:bodyPr>
          <a:lstStyle/>
          <a:p>
            <a:pPr algn="l">
              <a:lnSpc>
                <a:spcPct val="100000"/>
              </a:lnSpc>
              <a:buNone/>
            </a:pPr>
            <a:r>
              <a:rPr lang="es-ES" sz="1400" b="0" dirty="0">
                <a:solidFill>
                  <a:srgbClr val="151C2A"/>
                </a:solidFill>
                <a:latin typeface="Poppins SemiBold"/>
                <a:cs typeface="Poppins SemiBold"/>
              </a:rPr>
              <a:t>01 · Equipo</a:t>
            </a:r>
            <a:endParaRPr lang="es-ES" sz="1400" dirty="0"/>
          </a:p>
        </p:txBody>
      </p:sp>
      <p:sp>
        <p:nvSpPr>
          <p:cNvPr id="10" name="Texto"/>
          <p:cNvSpPr txBox="1"/>
          <p:nvPr/>
        </p:nvSpPr>
        <p:spPr>
          <a:xfrm>
            <a:off x="939800" y="2921000"/>
            <a:ext cx="2921000" cy="1016000"/>
          </a:xfrm>
          <a:prstGeom prst="rect">
            <a:avLst/>
          </a:prstGeom>
          <a:noFill/>
        </p:spPr>
        <p:txBody>
          <a:bodyPr wrap="square" lIns="0" tIns="0" rIns="0" bIns="0" rtlCol="0" anchor="t">
            <a:noAutofit/>
          </a:bodyPr>
          <a:lstStyle/>
          <a:p>
            <a:pPr algn="l">
              <a:lnSpc>
                <a:spcPct val="100000"/>
              </a:lnSpc>
              <a:spcAft>
                <a:spcPts val="400"/>
              </a:spcAft>
              <a:buNone/>
            </a:pPr>
            <a:r>
              <a:rPr lang="es-ES" sz="1200" b="0" dirty="0">
                <a:solidFill>
                  <a:srgbClr val="404040"/>
                </a:solidFill>
                <a:latin typeface="Poppins"/>
                <a:cs typeface="Poppins"/>
              </a:rPr>
              <a:t>Roles, contactos y canales de comunicación.</a:t>
            </a:r>
            <a:endParaRPr lang="es-ES" sz="1200" dirty="0"/>
          </a:p>
        </p:txBody>
      </p:sp>
      <p:sp>
        <p:nvSpPr>
          <p:cNvPr id="11" name="Tarjeta"/>
          <p:cNvSpPr/>
          <p:nvPr/>
        </p:nvSpPr>
        <p:spPr>
          <a:xfrm>
            <a:off x="4381500" y="2146300"/>
            <a:ext cx="3429000" cy="1968500"/>
          </a:xfrm>
          <a:prstGeom prst="roundRect">
            <a:avLst>
              <a:gd name="adj" fmla="val 6968"/>
            </a:avLst>
          </a:prstGeom>
          <a:solidFill>
            <a:srgbClr val="FFFFFF"/>
          </a:solidFill>
          <a:ln w="9525">
            <a:solidFill>
              <a:srgbClr val="D3EAF3"/>
            </a:solidFill>
          </a:ln>
          <a:effectLst/>
        </p:spPr>
        <p:txBody>
          <a:bodyPr rtlCol="0" anchor="ctr"/>
          <a:lstStyle/>
          <a:p>
            <a:endParaRPr lang="es-ES"/>
          </a:p>
        </p:txBody>
      </p:sp>
      <p:sp>
        <p:nvSpPr>
          <p:cNvPr id="12" name="Icono marco"/>
          <p:cNvSpPr/>
          <p:nvPr/>
        </p:nvSpPr>
        <p:spPr>
          <a:xfrm>
            <a:off x="4635500" y="2374900"/>
            <a:ext cx="381000" cy="381000"/>
          </a:xfrm>
          <a:prstGeom prst="roundRect">
            <a:avLst>
              <a:gd name="adj" fmla="val 50000"/>
            </a:avLst>
          </a:prstGeom>
          <a:noFill/>
          <a:ln w="12700">
            <a:solidFill>
              <a:srgbClr val="00B4C7"/>
            </a:solidFill>
          </a:ln>
          <a:effectLst/>
        </p:spPr>
        <p:txBody>
          <a:bodyPr rtlCol="0" anchor="ctr"/>
          <a:lstStyle/>
          <a:p>
            <a:endParaRPr lang="es-ES"/>
          </a:p>
        </p:txBody>
      </p:sp>
      <p:pic>
        <p:nvPicPr>
          <p:cNvPr id="13" name="Imagen 13" descr="target"/>
          <p:cNvPicPr>
            <a:picLocks noChangeAspect="1"/>
          </p:cNvPicPr>
          <p:nvPr/>
        </p:nvPicPr>
        <p:blipFill>
          <a:blip r:embed="rId4"/>
          <a:stretch>
            <a:fillRect/>
          </a:stretch>
        </p:blipFill>
        <p:spPr>
          <a:xfrm>
            <a:off x="4724400" y="2463800"/>
            <a:ext cx="203200" cy="203200"/>
          </a:xfrm>
          <a:prstGeom prst="rect">
            <a:avLst/>
          </a:prstGeom>
        </p:spPr>
      </p:pic>
      <p:sp>
        <p:nvSpPr>
          <p:cNvPr id="14" name="Título de tarjeta"/>
          <p:cNvSpPr txBox="1"/>
          <p:nvPr/>
        </p:nvSpPr>
        <p:spPr>
          <a:xfrm>
            <a:off x="5143500" y="2374900"/>
            <a:ext cx="2514600" cy="381000"/>
          </a:xfrm>
          <a:prstGeom prst="rect">
            <a:avLst/>
          </a:prstGeom>
          <a:noFill/>
        </p:spPr>
        <p:txBody>
          <a:bodyPr wrap="square" lIns="0" tIns="0" rIns="0" bIns="0" rtlCol="0" anchor="ctr">
            <a:noAutofit/>
          </a:bodyPr>
          <a:lstStyle/>
          <a:p>
            <a:pPr algn="l">
              <a:lnSpc>
                <a:spcPct val="100000"/>
              </a:lnSpc>
              <a:buNone/>
            </a:pPr>
            <a:r>
              <a:rPr lang="es-ES" sz="1400" b="0" dirty="0">
                <a:solidFill>
                  <a:srgbClr val="151C2A"/>
                </a:solidFill>
                <a:latin typeface="Poppins SemiBold"/>
                <a:cs typeface="Poppins SemiBold"/>
              </a:rPr>
              <a:t>02 · Contexto y alcance</a:t>
            </a:r>
            <a:endParaRPr lang="es-ES" sz="1400" dirty="0"/>
          </a:p>
        </p:txBody>
      </p:sp>
      <p:sp>
        <p:nvSpPr>
          <p:cNvPr id="15" name="Texto"/>
          <p:cNvSpPr txBox="1"/>
          <p:nvPr/>
        </p:nvSpPr>
        <p:spPr>
          <a:xfrm>
            <a:off x="4635500" y="2921000"/>
            <a:ext cx="2921000" cy="1016000"/>
          </a:xfrm>
          <a:prstGeom prst="rect">
            <a:avLst/>
          </a:prstGeom>
          <a:noFill/>
        </p:spPr>
        <p:txBody>
          <a:bodyPr wrap="square" lIns="0" tIns="0" rIns="0" bIns="0" rtlCol="0" anchor="t">
            <a:noAutofit/>
          </a:bodyPr>
          <a:lstStyle/>
          <a:p>
            <a:pPr algn="l">
              <a:lnSpc>
                <a:spcPct val="100000"/>
              </a:lnSpc>
              <a:spcAft>
                <a:spcPts val="400"/>
              </a:spcAft>
              <a:buNone/>
            </a:pPr>
            <a:r>
              <a:rPr lang="es-ES" sz="1200" b="0" dirty="0">
                <a:solidFill>
                  <a:srgbClr val="404040"/>
                </a:solidFill>
                <a:latin typeface="Poppins"/>
                <a:cs typeface="Poppins"/>
              </a:rPr>
              <a:t>Objetivos, qué cubre Jelou y qué queda de otros.</a:t>
            </a:r>
            <a:endParaRPr lang="es-ES" sz="1200" dirty="0"/>
          </a:p>
        </p:txBody>
      </p:sp>
      <p:sp>
        <p:nvSpPr>
          <p:cNvPr id="16" name="Tarjeta"/>
          <p:cNvSpPr/>
          <p:nvPr/>
        </p:nvSpPr>
        <p:spPr>
          <a:xfrm>
            <a:off x="8077200" y="2146300"/>
            <a:ext cx="3429000" cy="1968500"/>
          </a:xfrm>
          <a:prstGeom prst="roundRect">
            <a:avLst>
              <a:gd name="adj" fmla="val 6968"/>
            </a:avLst>
          </a:prstGeom>
          <a:solidFill>
            <a:srgbClr val="FFFFFF"/>
          </a:solidFill>
          <a:ln w="9525">
            <a:solidFill>
              <a:srgbClr val="D3EAF3"/>
            </a:solidFill>
          </a:ln>
          <a:effectLst/>
        </p:spPr>
        <p:txBody>
          <a:bodyPr rtlCol="0" anchor="ctr"/>
          <a:lstStyle/>
          <a:p>
            <a:endParaRPr lang="es-ES"/>
          </a:p>
        </p:txBody>
      </p:sp>
      <p:sp>
        <p:nvSpPr>
          <p:cNvPr id="17" name="Icono marco"/>
          <p:cNvSpPr/>
          <p:nvPr/>
        </p:nvSpPr>
        <p:spPr>
          <a:xfrm>
            <a:off x="8331200" y="2374900"/>
            <a:ext cx="381000" cy="381000"/>
          </a:xfrm>
          <a:prstGeom prst="roundRect">
            <a:avLst>
              <a:gd name="adj" fmla="val 50000"/>
            </a:avLst>
          </a:prstGeom>
          <a:noFill/>
          <a:ln w="12700">
            <a:solidFill>
              <a:srgbClr val="00B4C7"/>
            </a:solidFill>
          </a:ln>
          <a:effectLst/>
        </p:spPr>
        <p:txBody>
          <a:bodyPr rtlCol="0" anchor="ctr"/>
          <a:lstStyle/>
          <a:p>
            <a:endParaRPr lang="es-ES"/>
          </a:p>
        </p:txBody>
      </p:sp>
      <p:pic>
        <p:nvPicPr>
          <p:cNvPr id="18" name="Imagen 18" descr="workflow"/>
          <p:cNvPicPr>
            <a:picLocks noChangeAspect="1"/>
          </p:cNvPicPr>
          <p:nvPr/>
        </p:nvPicPr>
        <p:blipFill>
          <a:blip r:embed="rId5"/>
          <a:stretch>
            <a:fillRect/>
          </a:stretch>
        </p:blipFill>
        <p:spPr>
          <a:xfrm>
            <a:off x="8420100" y="2463800"/>
            <a:ext cx="203200" cy="203200"/>
          </a:xfrm>
          <a:prstGeom prst="rect">
            <a:avLst/>
          </a:prstGeom>
        </p:spPr>
      </p:pic>
      <p:sp>
        <p:nvSpPr>
          <p:cNvPr id="19" name="Título de tarjeta"/>
          <p:cNvSpPr txBox="1"/>
          <p:nvPr/>
        </p:nvSpPr>
        <p:spPr>
          <a:xfrm>
            <a:off x="8839200" y="2374900"/>
            <a:ext cx="2514600" cy="381000"/>
          </a:xfrm>
          <a:prstGeom prst="rect">
            <a:avLst/>
          </a:prstGeom>
          <a:noFill/>
        </p:spPr>
        <p:txBody>
          <a:bodyPr wrap="square" lIns="0" tIns="0" rIns="0" bIns="0" rtlCol="0" anchor="ctr">
            <a:noAutofit/>
          </a:bodyPr>
          <a:lstStyle/>
          <a:p>
            <a:pPr algn="l">
              <a:lnSpc>
                <a:spcPct val="100000"/>
              </a:lnSpc>
              <a:buNone/>
            </a:pPr>
            <a:r>
              <a:rPr lang="es-ES" sz="1400" b="0" dirty="0">
                <a:solidFill>
                  <a:srgbClr val="151C2A"/>
                </a:solidFill>
                <a:latin typeface="Poppins SemiBold"/>
                <a:cs typeface="Poppins SemiBold"/>
              </a:rPr>
              <a:t>03 · Flujo E2E</a:t>
            </a:r>
            <a:endParaRPr lang="es-ES" sz="1400" dirty="0"/>
          </a:p>
        </p:txBody>
      </p:sp>
      <p:sp>
        <p:nvSpPr>
          <p:cNvPr id="20" name="Texto"/>
          <p:cNvSpPr txBox="1"/>
          <p:nvPr/>
        </p:nvSpPr>
        <p:spPr>
          <a:xfrm>
            <a:off x="8331200" y="2921000"/>
            <a:ext cx="2921000" cy="1016000"/>
          </a:xfrm>
          <a:prstGeom prst="rect">
            <a:avLst/>
          </a:prstGeom>
          <a:noFill/>
        </p:spPr>
        <p:txBody>
          <a:bodyPr wrap="square" lIns="0" tIns="0" rIns="0" bIns="0" rtlCol="0" anchor="t">
            <a:noAutofit/>
          </a:bodyPr>
          <a:lstStyle/>
          <a:p>
            <a:pPr algn="l">
              <a:lnSpc>
                <a:spcPct val="100000"/>
              </a:lnSpc>
              <a:spcAft>
                <a:spcPts val="400"/>
              </a:spcAft>
              <a:buNone/>
            </a:pPr>
            <a:r>
              <a:rPr lang="es-ES" sz="1200" b="0" dirty="0">
                <a:solidFill>
                  <a:srgbClr val="404040"/>
                </a:solidFill>
                <a:latin typeface="Poppins"/>
                <a:cs typeface="Poppins"/>
              </a:rPr>
              <a:t>Actores y diagrama de punta a punta, inbound y outbound.</a:t>
            </a:r>
            <a:endParaRPr lang="es-ES" sz="1200" dirty="0"/>
          </a:p>
        </p:txBody>
      </p:sp>
      <p:sp>
        <p:nvSpPr>
          <p:cNvPr id="21" name="Tarjeta"/>
          <p:cNvSpPr/>
          <p:nvPr/>
        </p:nvSpPr>
        <p:spPr>
          <a:xfrm>
            <a:off x="685800" y="4381500"/>
            <a:ext cx="3429000" cy="1968500"/>
          </a:xfrm>
          <a:prstGeom prst="roundRect">
            <a:avLst>
              <a:gd name="adj" fmla="val 6968"/>
            </a:avLst>
          </a:prstGeom>
          <a:solidFill>
            <a:srgbClr val="FFFFFF"/>
          </a:solidFill>
          <a:ln w="9525">
            <a:solidFill>
              <a:srgbClr val="D3EAF3"/>
            </a:solidFill>
          </a:ln>
          <a:effectLst/>
        </p:spPr>
        <p:txBody>
          <a:bodyPr rtlCol="0" anchor="ctr"/>
          <a:lstStyle/>
          <a:p>
            <a:endParaRPr lang="es-ES"/>
          </a:p>
        </p:txBody>
      </p:sp>
      <p:sp>
        <p:nvSpPr>
          <p:cNvPr id="22" name="Icono marco"/>
          <p:cNvSpPr/>
          <p:nvPr/>
        </p:nvSpPr>
        <p:spPr>
          <a:xfrm>
            <a:off x="939800" y="4610100"/>
            <a:ext cx="381000" cy="381000"/>
          </a:xfrm>
          <a:prstGeom prst="roundRect">
            <a:avLst>
              <a:gd name="adj" fmla="val 50000"/>
            </a:avLst>
          </a:prstGeom>
          <a:noFill/>
          <a:ln w="12700">
            <a:solidFill>
              <a:srgbClr val="00B4C7"/>
            </a:solidFill>
          </a:ln>
          <a:effectLst/>
        </p:spPr>
        <p:txBody>
          <a:bodyPr rtlCol="0" anchor="ctr"/>
          <a:lstStyle/>
          <a:p>
            <a:endParaRPr lang="es-ES"/>
          </a:p>
        </p:txBody>
      </p:sp>
      <p:pic>
        <p:nvPicPr>
          <p:cNvPr id="23" name="Imagen 23" descr="comments"/>
          <p:cNvPicPr>
            <a:picLocks noChangeAspect="1"/>
          </p:cNvPicPr>
          <p:nvPr/>
        </p:nvPicPr>
        <p:blipFill>
          <a:blip r:embed="rId6"/>
          <a:stretch>
            <a:fillRect/>
          </a:stretch>
        </p:blipFill>
        <p:spPr>
          <a:xfrm>
            <a:off x="1028700" y="4699000"/>
            <a:ext cx="203200" cy="203200"/>
          </a:xfrm>
          <a:prstGeom prst="rect">
            <a:avLst/>
          </a:prstGeom>
        </p:spPr>
      </p:pic>
      <p:sp>
        <p:nvSpPr>
          <p:cNvPr id="24" name="Título de tarjeta"/>
          <p:cNvSpPr txBox="1"/>
          <p:nvPr/>
        </p:nvSpPr>
        <p:spPr>
          <a:xfrm>
            <a:off x="1447800" y="4610100"/>
            <a:ext cx="2514600" cy="381000"/>
          </a:xfrm>
          <a:prstGeom prst="rect">
            <a:avLst/>
          </a:prstGeom>
          <a:noFill/>
        </p:spPr>
        <p:txBody>
          <a:bodyPr wrap="square" lIns="0" tIns="0" rIns="0" bIns="0" rtlCol="0" anchor="ctr">
            <a:noAutofit/>
          </a:bodyPr>
          <a:lstStyle/>
          <a:p>
            <a:pPr algn="l">
              <a:lnSpc>
                <a:spcPct val="100000"/>
              </a:lnSpc>
              <a:buNone/>
            </a:pPr>
            <a:r>
              <a:rPr lang="es-ES" sz="1400" b="0" dirty="0">
                <a:solidFill>
                  <a:srgbClr val="151C2A"/>
                </a:solidFill>
                <a:latin typeface="Poppins SemiBold"/>
                <a:cs typeface="Poppins SemiBold"/>
              </a:rPr>
              <a:t>04 · Validación</a:t>
            </a:r>
            <a:endParaRPr lang="es-ES" sz="1400" dirty="0"/>
          </a:p>
        </p:txBody>
      </p:sp>
      <p:sp>
        <p:nvSpPr>
          <p:cNvPr id="25" name="Texto"/>
          <p:cNvSpPr txBox="1"/>
          <p:nvPr/>
        </p:nvSpPr>
        <p:spPr>
          <a:xfrm>
            <a:off x="939800" y="5156200"/>
            <a:ext cx="2921000" cy="1016000"/>
          </a:xfrm>
          <a:prstGeom prst="rect">
            <a:avLst/>
          </a:prstGeom>
          <a:noFill/>
        </p:spPr>
        <p:txBody>
          <a:bodyPr wrap="square" lIns="0" tIns="0" rIns="0" bIns="0" rtlCol="0" anchor="t">
            <a:noAutofit/>
          </a:bodyPr>
          <a:lstStyle/>
          <a:p>
            <a:pPr algn="l">
              <a:lnSpc>
                <a:spcPct val="100000"/>
              </a:lnSpc>
              <a:spcAft>
                <a:spcPts val="400"/>
              </a:spcAft>
              <a:buNone/>
            </a:pPr>
            <a:r>
              <a:rPr lang="es-ES" sz="1200" b="0" dirty="0">
                <a:solidFill>
                  <a:srgbClr val="404040"/>
                </a:solidFill>
                <a:latin typeface="Poppins"/>
                <a:cs typeface="Poppins"/>
              </a:rPr>
              <a:t>Preguntas clave de cada etapa del flujo.</a:t>
            </a:r>
            <a:endParaRPr lang="es-ES" sz="1200" dirty="0"/>
          </a:p>
        </p:txBody>
      </p:sp>
      <p:sp>
        <p:nvSpPr>
          <p:cNvPr id="26" name="Tarjeta"/>
          <p:cNvSpPr/>
          <p:nvPr/>
        </p:nvSpPr>
        <p:spPr>
          <a:xfrm>
            <a:off x="4381500" y="4381500"/>
            <a:ext cx="3429000" cy="1968500"/>
          </a:xfrm>
          <a:prstGeom prst="roundRect">
            <a:avLst>
              <a:gd name="adj" fmla="val 6968"/>
            </a:avLst>
          </a:prstGeom>
          <a:solidFill>
            <a:srgbClr val="FFFFFF"/>
          </a:solidFill>
          <a:ln w="9525">
            <a:solidFill>
              <a:srgbClr val="D3EAF3"/>
            </a:solidFill>
          </a:ln>
          <a:effectLst/>
        </p:spPr>
        <p:txBody>
          <a:bodyPr rtlCol="0" anchor="ctr"/>
          <a:lstStyle/>
          <a:p>
            <a:endParaRPr lang="es-ES"/>
          </a:p>
        </p:txBody>
      </p:sp>
      <p:sp>
        <p:nvSpPr>
          <p:cNvPr id="27" name="Icono marco"/>
          <p:cNvSpPr/>
          <p:nvPr/>
        </p:nvSpPr>
        <p:spPr>
          <a:xfrm>
            <a:off x="4635500" y="4610100"/>
            <a:ext cx="381000" cy="381000"/>
          </a:xfrm>
          <a:prstGeom prst="roundRect">
            <a:avLst>
              <a:gd name="adj" fmla="val 50000"/>
            </a:avLst>
          </a:prstGeom>
          <a:noFill/>
          <a:ln w="12700">
            <a:solidFill>
              <a:srgbClr val="00B4C7"/>
            </a:solidFill>
          </a:ln>
          <a:effectLst/>
        </p:spPr>
        <p:txBody>
          <a:bodyPr rtlCol="0" anchor="ctr"/>
          <a:lstStyle/>
          <a:p>
            <a:endParaRPr lang="es-ES"/>
          </a:p>
        </p:txBody>
      </p:sp>
      <p:pic>
        <p:nvPicPr>
          <p:cNvPr id="28" name="Imagen 28" descr="plug"/>
          <p:cNvPicPr>
            <a:picLocks noChangeAspect="1"/>
          </p:cNvPicPr>
          <p:nvPr/>
        </p:nvPicPr>
        <p:blipFill>
          <a:blip r:embed="rId7"/>
          <a:stretch>
            <a:fillRect/>
          </a:stretch>
        </p:blipFill>
        <p:spPr>
          <a:xfrm>
            <a:off x="4724400" y="4699000"/>
            <a:ext cx="203200" cy="203200"/>
          </a:xfrm>
          <a:prstGeom prst="rect">
            <a:avLst/>
          </a:prstGeom>
        </p:spPr>
      </p:pic>
      <p:sp>
        <p:nvSpPr>
          <p:cNvPr id="29" name="Título de tarjeta"/>
          <p:cNvSpPr txBox="1"/>
          <p:nvPr/>
        </p:nvSpPr>
        <p:spPr>
          <a:xfrm>
            <a:off x="5143500" y="4610100"/>
            <a:ext cx="2514600" cy="381000"/>
          </a:xfrm>
          <a:prstGeom prst="rect">
            <a:avLst/>
          </a:prstGeom>
          <a:noFill/>
        </p:spPr>
        <p:txBody>
          <a:bodyPr wrap="square" lIns="0" tIns="0" rIns="0" bIns="0" rtlCol="0" anchor="ctr">
            <a:noAutofit/>
          </a:bodyPr>
          <a:lstStyle/>
          <a:p>
            <a:pPr algn="l">
              <a:lnSpc>
                <a:spcPct val="100000"/>
              </a:lnSpc>
              <a:buNone/>
            </a:pPr>
            <a:r>
              <a:rPr lang="es-ES" sz="1400" b="0" dirty="0">
                <a:solidFill>
                  <a:srgbClr val="151C2A"/>
                </a:solidFill>
                <a:latin typeface="Poppins SemiBold"/>
                <a:cs typeface="Poppins SemiBold"/>
              </a:rPr>
              <a:t>05 · Integraciones</a:t>
            </a:r>
            <a:endParaRPr lang="es-ES" sz="1400" dirty="0"/>
          </a:p>
        </p:txBody>
      </p:sp>
      <p:sp>
        <p:nvSpPr>
          <p:cNvPr id="30" name="Texto"/>
          <p:cNvSpPr txBox="1"/>
          <p:nvPr/>
        </p:nvSpPr>
        <p:spPr>
          <a:xfrm>
            <a:off x="4635500" y="5156200"/>
            <a:ext cx="2921000" cy="1016000"/>
          </a:xfrm>
          <a:prstGeom prst="rect">
            <a:avLst/>
          </a:prstGeom>
          <a:noFill/>
        </p:spPr>
        <p:txBody>
          <a:bodyPr wrap="square" lIns="0" tIns="0" rIns="0" bIns="0" rtlCol="0" anchor="t">
            <a:noAutofit/>
          </a:bodyPr>
          <a:lstStyle/>
          <a:p>
            <a:pPr algn="l">
              <a:lnSpc>
                <a:spcPct val="100000"/>
              </a:lnSpc>
              <a:spcAft>
                <a:spcPts val="400"/>
              </a:spcAft>
              <a:buNone/>
            </a:pPr>
            <a:r>
              <a:rPr lang="es-ES" sz="1200" b="0" dirty="0">
                <a:solidFill>
                  <a:srgbClr val="404040"/>
                </a:solidFill>
                <a:latin typeface="Poppins"/>
                <a:cs typeface="Poppins"/>
              </a:rPr>
              <a:t>APIs, responsables, credenciales y ambiente de pruebas.</a:t>
            </a:r>
            <a:endParaRPr lang="es-ES" sz="1200" dirty="0"/>
          </a:p>
        </p:txBody>
      </p:sp>
      <p:sp>
        <p:nvSpPr>
          <p:cNvPr id="31" name="Tarjeta"/>
          <p:cNvSpPr/>
          <p:nvPr/>
        </p:nvSpPr>
        <p:spPr>
          <a:xfrm>
            <a:off x="8077200" y="4381500"/>
            <a:ext cx="3429000" cy="1968500"/>
          </a:xfrm>
          <a:prstGeom prst="roundRect">
            <a:avLst>
              <a:gd name="adj" fmla="val 6968"/>
            </a:avLst>
          </a:prstGeom>
          <a:solidFill>
            <a:srgbClr val="FFFFFF"/>
          </a:solidFill>
          <a:ln w="9525">
            <a:solidFill>
              <a:srgbClr val="D3EAF3"/>
            </a:solidFill>
          </a:ln>
          <a:effectLst/>
        </p:spPr>
        <p:txBody>
          <a:bodyPr rtlCol="0" anchor="ctr"/>
          <a:lstStyle/>
          <a:p>
            <a:endParaRPr lang="es-ES"/>
          </a:p>
        </p:txBody>
      </p:sp>
      <p:sp>
        <p:nvSpPr>
          <p:cNvPr id="32" name="Icono marco"/>
          <p:cNvSpPr/>
          <p:nvPr/>
        </p:nvSpPr>
        <p:spPr>
          <a:xfrm>
            <a:off x="8331200" y="4610100"/>
            <a:ext cx="381000" cy="381000"/>
          </a:xfrm>
          <a:prstGeom prst="roundRect">
            <a:avLst>
              <a:gd name="adj" fmla="val 50000"/>
            </a:avLst>
          </a:prstGeom>
          <a:noFill/>
          <a:ln w="12700">
            <a:solidFill>
              <a:srgbClr val="00B4C7"/>
            </a:solidFill>
          </a:ln>
          <a:effectLst/>
        </p:spPr>
        <p:txBody>
          <a:bodyPr rtlCol="0" anchor="ctr"/>
          <a:lstStyle/>
          <a:p>
            <a:endParaRPr lang="es-ES"/>
          </a:p>
        </p:txBody>
      </p:sp>
      <p:pic>
        <p:nvPicPr>
          <p:cNvPr id="33" name="Imagen 33" descr="calendar"/>
          <p:cNvPicPr>
            <a:picLocks noChangeAspect="1"/>
          </p:cNvPicPr>
          <p:nvPr/>
        </p:nvPicPr>
        <p:blipFill>
          <a:blip r:embed="rId8"/>
          <a:stretch>
            <a:fillRect/>
          </a:stretch>
        </p:blipFill>
        <p:spPr>
          <a:xfrm>
            <a:off x="8420100" y="4699000"/>
            <a:ext cx="203200" cy="203200"/>
          </a:xfrm>
          <a:prstGeom prst="rect">
            <a:avLst/>
          </a:prstGeom>
        </p:spPr>
      </p:pic>
      <p:sp>
        <p:nvSpPr>
          <p:cNvPr id="34" name="Título de tarjeta"/>
          <p:cNvSpPr txBox="1"/>
          <p:nvPr/>
        </p:nvSpPr>
        <p:spPr>
          <a:xfrm>
            <a:off x="8839200" y="4610100"/>
            <a:ext cx="2514600" cy="381000"/>
          </a:xfrm>
          <a:prstGeom prst="rect">
            <a:avLst/>
          </a:prstGeom>
          <a:noFill/>
        </p:spPr>
        <p:txBody>
          <a:bodyPr wrap="square" lIns="0" tIns="0" rIns="0" bIns="0" rtlCol="0" anchor="ctr">
            <a:noAutofit/>
          </a:bodyPr>
          <a:lstStyle/>
          <a:p>
            <a:pPr algn="l">
              <a:lnSpc>
                <a:spcPct val="100000"/>
              </a:lnSpc>
              <a:buNone/>
            </a:pPr>
            <a:r>
              <a:rPr lang="es-ES" sz="1400" b="0" dirty="0">
                <a:solidFill>
                  <a:srgbClr val="151C2A"/>
                </a:solidFill>
                <a:latin typeface="Poppins SemiBold"/>
                <a:cs typeface="Poppins SemiBold"/>
              </a:rPr>
              <a:t>06 · Próximos pasos</a:t>
            </a:r>
            <a:endParaRPr lang="es-ES" sz="1400" dirty="0"/>
          </a:p>
        </p:txBody>
      </p:sp>
      <p:sp>
        <p:nvSpPr>
          <p:cNvPr id="35" name="Texto"/>
          <p:cNvSpPr txBox="1"/>
          <p:nvPr/>
        </p:nvSpPr>
        <p:spPr>
          <a:xfrm>
            <a:off x="8331200" y="5156200"/>
            <a:ext cx="2921000" cy="1016000"/>
          </a:xfrm>
          <a:prstGeom prst="rect">
            <a:avLst/>
          </a:prstGeom>
          <a:noFill/>
        </p:spPr>
        <p:txBody>
          <a:bodyPr wrap="square" lIns="0" tIns="0" rIns="0" bIns="0" rtlCol="0" anchor="t">
            <a:noAutofit/>
          </a:bodyPr>
          <a:lstStyle/>
          <a:p>
            <a:pPr algn="l">
              <a:lnSpc>
                <a:spcPct val="100000"/>
              </a:lnSpc>
              <a:spcAft>
                <a:spcPts val="400"/>
              </a:spcAft>
              <a:buNone/>
            </a:pPr>
            <a:r>
              <a:rPr lang="es-ES" sz="1200" b="0" dirty="0">
                <a:solidFill>
                  <a:srgbClr val="404040"/>
                </a:solidFill>
                <a:latin typeface="Poppins"/>
                <a:cs typeface="Poppins"/>
              </a:rPr>
              <a:t>Supuestos, pendientes, cronograma y firma del SOW.</a:t>
            </a:r>
            <a:endParaRPr lang="es-E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BFF"/>
        </a:solidFill>
        <a:effectLst/>
      </p:bgPr>
    </p:bg>
    <p:spTree>
      <p:nvGrpSpPr>
        <p:cNvPr id="1" name=""/>
        <p:cNvGrpSpPr/>
        <p:nvPr/>
      </p:nvGrpSpPr>
      <p:grpSpPr>
        <a:xfrm>
          <a:off x="0" y="0"/>
          <a:ext cx="0" cy="0"/>
          <a:chOff x="0" y="0"/>
          <a:chExt cx="0" cy="0"/>
        </a:xfrm>
      </p:grpSpPr>
      <p:pic>
        <p:nvPicPr>
          <p:cNvPr id="2" name="Imagen 2" descr="Jelou"/>
          <p:cNvPicPr>
            <a:picLocks noChangeAspect="1"/>
          </p:cNvPicPr>
          <p:nvPr/>
        </p:nvPicPr>
        <p:blipFill>
          <a:blip r:embed="rId2"/>
          <a:stretch>
            <a:fillRect/>
          </a:stretch>
        </p:blipFill>
        <p:spPr>
          <a:xfrm>
            <a:off x="10591800" y="406400"/>
            <a:ext cx="914400" cy="235915"/>
          </a:xfrm>
          <a:prstGeom prst="rect">
            <a:avLst/>
          </a:prstGeom>
        </p:spPr>
      </p:pic>
      <p:cxnSp>
        <p:nvCxnSpPr>
          <p:cNvPr id="3" name="Conector 3"/>
          <p:cNvCxnSpPr/>
          <p:nvPr/>
        </p:nvCxnSpPr>
        <p:spPr>
          <a:xfrm>
            <a:off x="685800" y="1041400"/>
            <a:ext cx="254000" cy="0"/>
          </a:xfrm>
          <a:prstGeom prst="line">
            <a:avLst/>
          </a:prstGeom>
          <a:ln w="19050">
            <a:solidFill>
              <a:srgbClr val="00B4C7"/>
            </a:solidFill>
          </a:ln>
        </p:spPr>
      </p:cxnSp>
      <p:sp>
        <p:nvSpPr>
          <p:cNvPr id="4" name="Eyebrow"/>
          <p:cNvSpPr txBox="1"/>
          <p:nvPr/>
        </p:nvSpPr>
        <p:spPr>
          <a:xfrm>
            <a:off x="1054100" y="965200"/>
            <a:ext cx="7620000" cy="203200"/>
          </a:xfrm>
          <a:prstGeom prst="rect">
            <a:avLst/>
          </a:prstGeom>
          <a:noFill/>
        </p:spPr>
        <p:txBody>
          <a:bodyPr wrap="square" lIns="0" tIns="0" rIns="0" bIns="0" rtlCol="0" anchor="t">
            <a:noAutofit/>
          </a:bodyPr>
          <a:lstStyle/>
          <a:p>
            <a:pPr algn="l">
              <a:lnSpc>
                <a:spcPct val="100000"/>
              </a:lnSpc>
              <a:buNone/>
            </a:pPr>
            <a:r>
              <a:rPr lang="es-ES" sz="1100" b="0" spc="200" dirty="0">
                <a:solidFill>
                  <a:srgbClr val="00B4C7"/>
                </a:solidFill>
                <a:latin typeface="Poppins SemiBold"/>
                <a:cs typeface="Poppins SemiBold"/>
              </a:rPr>
              <a:t>BLOQUE 1</a:t>
            </a:r>
            <a:endParaRPr lang="es-ES" sz="1100" dirty="0"/>
          </a:p>
        </p:txBody>
      </p:sp>
      <p:sp>
        <p:nvSpPr>
          <p:cNvPr id="5" name="Título"/>
          <p:cNvSpPr txBox="1"/>
          <p:nvPr/>
        </p:nvSpPr>
        <p:spPr>
          <a:xfrm>
            <a:off x="685800" y="1320800"/>
            <a:ext cx="9359900" cy="533400"/>
          </a:xfrm>
          <a:prstGeom prst="rect">
            <a:avLst/>
          </a:prstGeom>
          <a:noFill/>
        </p:spPr>
        <p:txBody>
          <a:bodyPr wrap="square" lIns="0" tIns="0" rIns="0" bIns="0" rtlCol="0" anchor="t">
            <a:noAutofit/>
          </a:bodyPr>
          <a:lstStyle/>
          <a:p>
            <a:pPr algn="l">
              <a:lnSpc>
                <a:spcPct val="100000"/>
              </a:lnSpc>
              <a:buNone/>
            </a:pPr>
            <a:r>
              <a:rPr lang="es-ES" sz="2800" b="0" dirty="0">
                <a:solidFill>
                  <a:srgbClr val="151C2A"/>
                </a:solidFill>
                <a:latin typeface="Poppins SemiBold"/>
                <a:cs typeface="Poppins SemiBold"/>
              </a:rPr>
              <a:t>Equipo de trabajo</a:t>
            </a:r>
            <a:endParaRPr lang="es-ES" sz="2800" dirty="0"/>
          </a:p>
        </p:txBody>
      </p:sp>
      <p:sp>
        <p:nvSpPr>
          <p:cNvPr id="6" name="Subtítulo"/>
          <p:cNvSpPr txBox="1"/>
          <p:nvPr/>
        </p:nvSpPr>
        <p:spPr>
          <a:xfrm>
            <a:off x="685800" y="1930400"/>
            <a:ext cx="10820400" cy="203200"/>
          </a:xfrm>
          <a:prstGeom prst="rect">
            <a:avLst/>
          </a:prstGeom>
          <a:noFill/>
        </p:spPr>
        <p:txBody>
          <a:bodyPr wrap="square" lIns="0" tIns="0" rIns="0" bIns="0" rtlCol="0" anchor="t">
            <a:noAutofit/>
          </a:bodyPr>
          <a:lstStyle/>
          <a:p>
            <a:pPr algn="l">
              <a:lnSpc>
                <a:spcPct val="100000"/>
              </a:lnSpc>
              <a:buNone/>
            </a:pPr>
            <a:r>
              <a:rPr lang="es-ES" sz="1200" b="0" dirty="0">
                <a:solidFill>
                  <a:srgbClr val="206C83"/>
                </a:solidFill>
                <a:latin typeface="Poppins Medium"/>
                <a:cs typeface="Poppins Medium"/>
              </a:rPr>
              <a:t>Completar en vivo con nombres y correos de ambas partes.</a:t>
            </a:r>
            <a:endParaRPr lang="es-ES" sz="1200" dirty="0"/>
          </a:p>
        </p:txBody>
      </p:sp>
      <p:graphicFrame>
        <p:nvGraphicFramePr>
          <p:cNvPr id="7" name="Tabla 7"/>
          <p:cNvGraphicFramePr>
            <a:graphicFrameLocks noGrp="1"/>
          </p:cNvGraphicFramePr>
          <p:nvPr/>
        </p:nvGraphicFramePr>
        <p:xfrm>
          <a:off x="685800" y="2616200"/>
          <a:ext cx="5227320" cy="2057400"/>
        </p:xfrm>
        <a:graphic>
          <a:graphicData uri="http://schemas.openxmlformats.org/drawingml/2006/table">
            <a:tbl>
              <a:tblPr firstRow="1"/>
              <a:tblGrid>
                <a:gridCol w="2738120"/>
                <a:gridCol w="2489200"/>
              </a:tblGrid>
              <a:tr h="411480">
                <a:tc>
                  <a:txBody>
                    <a:bodyPr wrap="square"/>
                    <a:lstStyle/>
                    <a:p>
                      <a:pPr algn="l">
                        <a:lnSpc>
                          <a:spcPct val="100000"/>
                        </a:lnSpc>
                        <a:buNone/>
                      </a:pPr>
                      <a:r>
                        <a:rPr lang="es-ES" sz="1000" b="0" dirty="0">
                          <a:solidFill>
                            <a:srgbClr val="FFFFFF"/>
                          </a:solidFill>
                          <a:latin typeface="Poppins SemiBold"/>
                          <a:cs typeface="Poppins SemiBold"/>
                        </a:rPr>
                        <a:t>Jelou</a:t>
                      </a:r>
                      <a:endParaRPr lang="es-ES" sz="1000" dirty="0"/>
                    </a:p>
                  </a:txBody>
                  <a:tcPr marL="101600" marR="101600" marT="45720" marB="45720" anchor="ctr">
                    <a:lnL w="6350">
                      <a:solidFill>
                        <a:srgbClr val="D3EAF3"/>
                      </a:solidFill>
                    </a:lnL>
                    <a:lnR w="6350">
                      <a:solidFill>
                        <a:srgbClr val="D3EAF3"/>
                      </a:solidFill>
                    </a:lnR>
                    <a:lnT w="6350">
                      <a:solidFill>
                        <a:srgbClr val="D3EAF3"/>
                      </a:solidFill>
                    </a:lnT>
                    <a:lnB w="6350">
                      <a:solidFill>
                        <a:srgbClr val="D3EAF3"/>
                      </a:solidFill>
                    </a:lnB>
                    <a:solidFill>
                      <a:srgbClr val="151C2A"/>
                    </a:solidFill>
                  </a:tcPr>
                </a:tc>
                <a:tc>
                  <a:txBody>
                    <a:bodyPr wrap="square"/>
                    <a:lstStyle/>
                    <a:p>
                      <a:pPr algn="l">
                        <a:lnSpc>
                          <a:spcPct val="100000"/>
                        </a:lnSpc>
                        <a:buNone/>
                      </a:pPr>
                      <a:r>
                        <a:rPr lang="es-ES" sz="1000" b="0" dirty="0">
                          <a:solidFill>
                            <a:srgbClr val="FFFFFF"/>
                          </a:solidFill>
                          <a:latin typeface="Poppins SemiBold"/>
                          <a:cs typeface="Poppins SemiBold"/>
                        </a:rPr>
                        <a:t>Nombre · correo</a:t>
                      </a:r>
                      <a:endParaRPr lang="es-ES" sz="1000" dirty="0"/>
                    </a:p>
                  </a:txBody>
                  <a:tcPr marL="101600" marR="101600" marT="45720" marB="45720" anchor="ctr">
                    <a:lnL w="6350">
                      <a:solidFill>
                        <a:srgbClr val="D3EAF3"/>
                      </a:solidFill>
                    </a:lnL>
                    <a:lnR w="6350">
                      <a:solidFill>
                        <a:srgbClr val="D3EAF3"/>
                      </a:solidFill>
                    </a:lnR>
                    <a:lnT w="6350">
                      <a:solidFill>
                        <a:srgbClr val="D3EAF3"/>
                      </a:solidFill>
                    </a:lnT>
                    <a:lnB w="6350">
                      <a:solidFill>
                        <a:srgbClr val="D3EAF3"/>
                      </a:solidFill>
                    </a:lnB>
                    <a:solidFill>
                      <a:srgbClr val="151C2A"/>
                    </a:solidFill>
                  </a:tcPr>
                </a:tc>
              </a:tr>
              <a:tr h="411480">
                <a:tc>
                  <a:txBody>
                    <a:bodyPr wrap="square"/>
                    <a:lstStyle/>
                    <a:p>
                      <a:pPr algn="l">
                        <a:lnSpc>
                          <a:spcPct val="100000"/>
                        </a:lnSpc>
                        <a:buNone/>
                      </a:pPr>
                      <a:r>
                        <a:rPr lang="es-ES" sz="1100" b="0" dirty="0">
                          <a:solidFill>
                            <a:srgbClr val="404040"/>
                          </a:solidFill>
                          <a:latin typeface="Poppins"/>
                          <a:cs typeface="Poppins"/>
                        </a:rPr>
                        <a:t>Account Manager</a:t>
                      </a:r>
                      <a:endParaRPr lang="es-ES" sz="1100" dirty="0"/>
                    </a:p>
                  </a:txBody>
                  <a:tcPr marL="101600" marR="101600" marT="45720" marB="45720" anchor="ctr">
                    <a:lnL w="6350">
                      <a:solidFill>
                        <a:srgbClr val="D3EAF3"/>
                      </a:solidFill>
                    </a:lnL>
                    <a:lnR w="6350">
                      <a:solidFill>
                        <a:srgbClr val="D3EAF3"/>
                      </a:solidFill>
                    </a:lnR>
                    <a:lnT w="6350">
                      <a:solidFill>
                        <a:srgbClr val="D3EAF3"/>
                      </a:solidFill>
                    </a:lnT>
                    <a:lnB w="6350">
                      <a:solidFill>
                        <a:srgbClr val="D3EAF3"/>
                      </a:solidFill>
                    </a:lnB>
                    <a:solidFill>
                      <a:srgbClr val="FFFFFF"/>
                    </a:solidFill>
                  </a:tcPr>
                </a:tc>
                <a:tc>
                  <a:txBody>
                    <a:bodyPr wrap="square"/>
                    <a:lstStyle/>
                    <a:p>
                      <a:pPr algn="l">
                        <a:lnSpc>
                          <a:spcPct val="100000"/>
                        </a:lnSpc>
                        <a:buNone/>
                      </a:pPr>
                      <a:endParaRPr lang="es-ES" sz="1200" dirty="0"/>
                    </a:p>
                  </a:txBody>
                  <a:tcPr marL="101600" marR="101600" marT="45720" marB="45720" anchor="ctr">
                    <a:lnL w="6350">
                      <a:solidFill>
                        <a:srgbClr val="D3EAF3"/>
                      </a:solidFill>
                    </a:lnL>
                    <a:lnR w="6350">
                      <a:solidFill>
                        <a:srgbClr val="D3EAF3"/>
                      </a:solidFill>
                    </a:lnR>
                    <a:lnT w="6350">
                      <a:solidFill>
                        <a:srgbClr val="D3EAF3"/>
                      </a:solidFill>
                    </a:lnT>
                    <a:lnB w="6350">
                      <a:solidFill>
                        <a:srgbClr val="D3EAF3"/>
                      </a:solidFill>
                    </a:lnB>
                    <a:solidFill>
                      <a:srgbClr val="FFFFFF"/>
                    </a:solidFill>
                  </a:tcPr>
                </a:tc>
              </a:tr>
              <a:tr h="411480">
                <a:tc>
                  <a:txBody>
                    <a:bodyPr wrap="square"/>
                    <a:lstStyle/>
                    <a:p>
                      <a:pPr algn="l">
                        <a:lnSpc>
                          <a:spcPct val="100000"/>
                        </a:lnSpc>
                        <a:buNone/>
                      </a:pPr>
                      <a:r>
                        <a:rPr lang="es-ES" sz="1100" b="0" dirty="0">
                          <a:solidFill>
                            <a:srgbClr val="404040"/>
                          </a:solidFill>
                          <a:latin typeface="Poppins"/>
                          <a:cs typeface="Poppins"/>
                        </a:rPr>
                        <a:t>Project Manager</a:t>
                      </a:r>
                      <a:endParaRPr lang="es-ES" sz="1100" dirty="0"/>
                    </a:p>
                  </a:txBody>
                  <a:tcPr marL="101600" marR="101600" marT="45720" marB="45720" anchor="ctr">
                    <a:lnL w="6350">
                      <a:solidFill>
                        <a:srgbClr val="D3EAF3"/>
                      </a:solidFill>
                    </a:lnL>
                    <a:lnR w="6350">
                      <a:solidFill>
                        <a:srgbClr val="D3EAF3"/>
                      </a:solidFill>
                    </a:lnR>
                    <a:lnT w="6350">
                      <a:solidFill>
                        <a:srgbClr val="D3EAF3"/>
                      </a:solidFill>
                    </a:lnT>
                    <a:lnB w="6350">
                      <a:solidFill>
                        <a:srgbClr val="D3EAF3"/>
                      </a:solidFill>
                    </a:lnB>
                    <a:solidFill>
                      <a:srgbClr val="E6F2F4"/>
                    </a:solidFill>
                  </a:tcPr>
                </a:tc>
                <a:tc>
                  <a:txBody>
                    <a:bodyPr wrap="square"/>
                    <a:lstStyle/>
                    <a:p>
                      <a:pPr algn="l">
                        <a:lnSpc>
                          <a:spcPct val="100000"/>
                        </a:lnSpc>
                        <a:buNone/>
                      </a:pPr>
                      <a:endParaRPr lang="es-ES" sz="1200" dirty="0"/>
                    </a:p>
                  </a:txBody>
                  <a:tcPr marL="101600" marR="101600" marT="45720" marB="45720" anchor="ctr">
                    <a:lnL w="6350">
                      <a:solidFill>
                        <a:srgbClr val="D3EAF3"/>
                      </a:solidFill>
                    </a:lnL>
                    <a:lnR w="6350">
                      <a:solidFill>
                        <a:srgbClr val="D3EAF3"/>
                      </a:solidFill>
                    </a:lnR>
                    <a:lnT w="6350">
                      <a:solidFill>
                        <a:srgbClr val="D3EAF3"/>
                      </a:solidFill>
                    </a:lnT>
                    <a:lnB w="6350">
                      <a:solidFill>
                        <a:srgbClr val="D3EAF3"/>
                      </a:solidFill>
                    </a:lnB>
                    <a:solidFill>
                      <a:srgbClr val="E6F2F4"/>
                    </a:solidFill>
                  </a:tcPr>
                </a:tc>
              </a:tr>
              <a:tr h="411480">
                <a:tc>
                  <a:txBody>
                    <a:bodyPr wrap="square"/>
                    <a:lstStyle/>
                    <a:p>
                      <a:pPr algn="l">
                        <a:lnSpc>
                          <a:spcPct val="100000"/>
                        </a:lnSpc>
                        <a:buNone/>
                      </a:pPr>
                      <a:r>
                        <a:rPr lang="es-ES" sz="1100" b="0" dirty="0">
                          <a:solidFill>
                            <a:srgbClr val="404040"/>
                          </a:solidFill>
                          <a:latin typeface="Poppins"/>
                          <a:cs typeface="Poppins"/>
                        </a:rPr>
                        <a:t>Líder técnico / integrador</a:t>
                      </a:r>
                      <a:endParaRPr lang="es-ES" sz="1100" dirty="0"/>
                    </a:p>
                  </a:txBody>
                  <a:tcPr marL="101600" marR="101600" marT="45720" marB="45720" anchor="ctr">
                    <a:lnL w="6350">
                      <a:solidFill>
                        <a:srgbClr val="D3EAF3"/>
                      </a:solidFill>
                    </a:lnL>
                    <a:lnR w="6350">
                      <a:solidFill>
                        <a:srgbClr val="D3EAF3"/>
                      </a:solidFill>
                    </a:lnR>
                    <a:lnT w="6350">
                      <a:solidFill>
                        <a:srgbClr val="D3EAF3"/>
                      </a:solidFill>
                    </a:lnT>
                    <a:lnB w="6350">
                      <a:solidFill>
                        <a:srgbClr val="D3EAF3"/>
                      </a:solidFill>
                    </a:lnB>
                    <a:solidFill>
                      <a:srgbClr val="FFFFFF"/>
                    </a:solidFill>
                  </a:tcPr>
                </a:tc>
                <a:tc>
                  <a:txBody>
                    <a:bodyPr wrap="square"/>
                    <a:lstStyle/>
                    <a:p>
                      <a:pPr algn="l">
                        <a:lnSpc>
                          <a:spcPct val="100000"/>
                        </a:lnSpc>
                        <a:buNone/>
                      </a:pPr>
                      <a:endParaRPr lang="es-ES" sz="1200" dirty="0"/>
                    </a:p>
                  </a:txBody>
                  <a:tcPr marL="101600" marR="101600" marT="45720" marB="45720" anchor="ctr">
                    <a:lnL w="6350">
                      <a:solidFill>
                        <a:srgbClr val="D3EAF3"/>
                      </a:solidFill>
                    </a:lnL>
                    <a:lnR w="6350">
                      <a:solidFill>
                        <a:srgbClr val="D3EAF3"/>
                      </a:solidFill>
                    </a:lnR>
                    <a:lnT w="6350">
                      <a:solidFill>
                        <a:srgbClr val="D3EAF3"/>
                      </a:solidFill>
                    </a:lnT>
                    <a:lnB w="6350">
                      <a:solidFill>
                        <a:srgbClr val="D3EAF3"/>
                      </a:solidFill>
                    </a:lnB>
                    <a:solidFill>
                      <a:srgbClr val="FFFFFF"/>
                    </a:solidFill>
                  </a:tcPr>
                </a:tc>
              </a:tr>
              <a:tr h="411480">
                <a:tc>
                  <a:txBody>
                    <a:bodyPr wrap="square"/>
                    <a:lstStyle/>
                    <a:p>
                      <a:pPr algn="l">
                        <a:lnSpc>
                          <a:spcPct val="100000"/>
                        </a:lnSpc>
                        <a:buNone/>
                      </a:pPr>
                      <a:r>
                        <a:rPr lang="es-ES" sz="1100" b="0" dirty="0">
                          <a:solidFill>
                            <a:srgbClr val="404040"/>
                          </a:solidFill>
                          <a:latin typeface="Poppins"/>
                          <a:cs typeface="Poppins"/>
                        </a:rPr>
                        <a:t>Soporte</a:t>
                      </a:r>
                      <a:endParaRPr lang="es-ES" sz="1100" dirty="0"/>
                    </a:p>
                  </a:txBody>
                  <a:tcPr marL="101600" marR="101600" marT="45720" marB="45720" anchor="ctr">
                    <a:lnL w="6350">
                      <a:solidFill>
                        <a:srgbClr val="D3EAF3"/>
                      </a:solidFill>
                    </a:lnL>
                    <a:lnR w="6350">
                      <a:solidFill>
                        <a:srgbClr val="D3EAF3"/>
                      </a:solidFill>
                    </a:lnR>
                    <a:lnT w="6350">
                      <a:solidFill>
                        <a:srgbClr val="D3EAF3"/>
                      </a:solidFill>
                    </a:lnT>
                    <a:lnB w="6350">
                      <a:solidFill>
                        <a:srgbClr val="D3EAF3"/>
                      </a:solidFill>
                    </a:lnB>
                    <a:solidFill>
                      <a:srgbClr val="E6F2F4"/>
                    </a:solidFill>
                  </a:tcPr>
                </a:tc>
                <a:tc>
                  <a:txBody>
                    <a:bodyPr wrap="square"/>
                    <a:lstStyle/>
                    <a:p>
                      <a:pPr algn="l">
                        <a:lnSpc>
                          <a:spcPct val="100000"/>
                        </a:lnSpc>
                        <a:buNone/>
                      </a:pPr>
                      <a:endParaRPr lang="es-ES" sz="1200" dirty="0"/>
                    </a:p>
                  </a:txBody>
                  <a:tcPr marL="101600" marR="101600" marT="45720" marB="45720" anchor="ctr">
                    <a:lnL w="6350">
                      <a:solidFill>
                        <a:srgbClr val="D3EAF3"/>
                      </a:solidFill>
                    </a:lnL>
                    <a:lnR w="6350">
                      <a:solidFill>
                        <a:srgbClr val="D3EAF3"/>
                      </a:solidFill>
                    </a:lnR>
                    <a:lnT w="6350">
                      <a:solidFill>
                        <a:srgbClr val="D3EAF3"/>
                      </a:solidFill>
                    </a:lnT>
                    <a:lnB w="6350">
                      <a:solidFill>
                        <a:srgbClr val="D3EAF3"/>
                      </a:solidFill>
                    </a:lnB>
                    <a:solidFill>
                      <a:srgbClr val="E6F2F4"/>
                    </a:solidFill>
                  </a:tcPr>
                </a:tc>
              </a:tr>
            </a:tbl>
          </a:graphicData>
        </a:graphic>
      </p:graphicFrame>
      <p:graphicFrame>
        <p:nvGraphicFramePr>
          <p:cNvPr id="8" name="Tabla 8"/>
          <p:cNvGraphicFramePr>
            <a:graphicFrameLocks noGrp="1"/>
          </p:cNvGraphicFramePr>
          <p:nvPr/>
        </p:nvGraphicFramePr>
        <p:xfrm>
          <a:off x="6273800" y="2616200"/>
          <a:ext cx="5227320" cy="1645920"/>
        </p:xfrm>
        <a:graphic>
          <a:graphicData uri="http://schemas.openxmlformats.org/drawingml/2006/table">
            <a:tbl>
              <a:tblPr firstRow="1"/>
              <a:tblGrid>
                <a:gridCol w="2738120"/>
                <a:gridCol w="2489200"/>
              </a:tblGrid>
              <a:tr h="411480">
                <a:tc>
                  <a:txBody>
                    <a:bodyPr wrap="square"/>
                    <a:lstStyle/>
                    <a:p>
                      <a:pPr algn="l">
                        <a:lnSpc>
                          <a:spcPct val="100000"/>
                        </a:lnSpc>
                        <a:buNone/>
                      </a:pPr>
                      <a:r>
                        <a:rPr lang="es-ES" sz="1000" b="0" dirty="0">
                          <a:solidFill>
                            <a:srgbClr val="FFFFFF"/>
                          </a:solidFill>
                          <a:latin typeface="Poppins SemiBold"/>
                          <a:cs typeface="Poppins SemiBold"/>
                        </a:rPr>
                        <a:t>Cliente ejemplo</a:t>
                      </a:r>
                      <a:endParaRPr lang="es-ES" sz="1000" dirty="0"/>
                    </a:p>
                  </a:txBody>
                  <a:tcPr marL="101600" marR="101600" marT="45720" marB="45720" anchor="ctr">
                    <a:lnL w="6350">
                      <a:solidFill>
                        <a:srgbClr val="D3EAF3"/>
                      </a:solidFill>
                    </a:lnL>
                    <a:lnR w="6350">
                      <a:solidFill>
                        <a:srgbClr val="D3EAF3"/>
                      </a:solidFill>
                    </a:lnR>
                    <a:lnT w="6350">
                      <a:solidFill>
                        <a:srgbClr val="D3EAF3"/>
                      </a:solidFill>
                    </a:lnT>
                    <a:lnB w="6350">
                      <a:solidFill>
                        <a:srgbClr val="D3EAF3"/>
                      </a:solidFill>
                    </a:lnB>
                    <a:solidFill>
                      <a:srgbClr val="151C2A"/>
                    </a:solidFill>
                  </a:tcPr>
                </a:tc>
                <a:tc>
                  <a:txBody>
                    <a:bodyPr wrap="square"/>
                    <a:lstStyle/>
                    <a:p>
                      <a:pPr algn="l">
                        <a:lnSpc>
                          <a:spcPct val="100000"/>
                        </a:lnSpc>
                        <a:buNone/>
                      </a:pPr>
                      <a:r>
                        <a:rPr lang="es-ES" sz="1000" b="0" dirty="0">
                          <a:solidFill>
                            <a:srgbClr val="FFFFFF"/>
                          </a:solidFill>
                          <a:latin typeface="Poppins SemiBold"/>
                          <a:cs typeface="Poppins SemiBold"/>
                        </a:rPr>
                        <a:t>Nombre · correo</a:t>
                      </a:r>
                      <a:endParaRPr lang="es-ES" sz="1000" dirty="0"/>
                    </a:p>
                  </a:txBody>
                  <a:tcPr marL="101600" marR="101600" marT="45720" marB="45720" anchor="ctr">
                    <a:lnL w="6350">
                      <a:solidFill>
                        <a:srgbClr val="D3EAF3"/>
                      </a:solidFill>
                    </a:lnL>
                    <a:lnR w="6350">
                      <a:solidFill>
                        <a:srgbClr val="D3EAF3"/>
                      </a:solidFill>
                    </a:lnR>
                    <a:lnT w="6350">
                      <a:solidFill>
                        <a:srgbClr val="D3EAF3"/>
                      </a:solidFill>
                    </a:lnT>
                    <a:lnB w="6350">
                      <a:solidFill>
                        <a:srgbClr val="D3EAF3"/>
                      </a:solidFill>
                    </a:lnB>
                    <a:solidFill>
                      <a:srgbClr val="151C2A"/>
                    </a:solidFill>
                  </a:tcPr>
                </a:tc>
              </a:tr>
              <a:tr h="411480">
                <a:tc>
                  <a:txBody>
                    <a:bodyPr wrap="square"/>
                    <a:lstStyle/>
                    <a:p>
                      <a:pPr algn="l">
                        <a:lnSpc>
                          <a:spcPct val="100000"/>
                        </a:lnSpc>
                        <a:buNone/>
                      </a:pPr>
                      <a:r>
                        <a:rPr lang="es-ES" sz="1100" b="0" dirty="0">
                          <a:solidFill>
                            <a:srgbClr val="404040"/>
                          </a:solidFill>
                          <a:latin typeface="Poppins"/>
                          <a:cs typeface="Poppins"/>
                        </a:rPr>
                        <a:t>Sponsor / decisor</a:t>
                      </a:r>
                      <a:endParaRPr lang="es-ES" sz="1100" dirty="0"/>
                    </a:p>
                  </a:txBody>
                  <a:tcPr marL="101600" marR="101600" marT="45720" marB="45720" anchor="ctr">
                    <a:lnL w="6350">
                      <a:solidFill>
                        <a:srgbClr val="D3EAF3"/>
                      </a:solidFill>
                    </a:lnL>
                    <a:lnR w="6350">
                      <a:solidFill>
                        <a:srgbClr val="D3EAF3"/>
                      </a:solidFill>
                    </a:lnR>
                    <a:lnT w="6350">
                      <a:solidFill>
                        <a:srgbClr val="D3EAF3"/>
                      </a:solidFill>
                    </a:lnT>
                    <a:lnB w="6350">
                      <a:solidFill>
                        <a:srgbClr val="D3EAF3"/>
                      </a:solidFill>
                    </a:lnB>
                    <a:solidFill>
                      <a:srgbClr val="FFFFFF"/>
                    </a:solidFill>
                  </a:tcPr>
                </a:tc>
                <a:tc>
                  <a:txBody>
                    <a:bodyPr wrap="square"/>
                    <a:lstStyle/>
                    <a:p>
                      <a:pPr algn="l">
                        <a:lnSpc>
                          <a:spcPct val="100000"/>
                        </a:lnSpc>
                        <a:buNone/>
                      </a:pPr>
                      <a:endParaRPr lang="es-ES" sz="1200" dirty="0"/>
                    </a:p>
                  </a:txBody>
                  <a:tcPr marL="101600" marR="101600" marT="45720" marB="45720" anchor="ctr">
                    <a:lnL w="6350">
                      <a:solidFill>
                        <a:srgbClr val="D3EAF3"/>
                      </a:solidFill>
                    </a:lnL>
                    <a:lnR w="6350">
                      <a:solidFill>
                        <a:srgbClr val="D3EAF3"/>
                      </a:solidFill>
                    </a:lnR>
                    <a:lnT w="6350">
                      <a:solidFill>
                        <a:srgbClr val="D3EAF3"/>
                      </a:solidFill>
                    </a:lnT>
                    <a:lnB w="6350">
                      <a:solidFill>
                        <a:srgbClr val="D3EAF3"/>
                      </a:solidFill>
                    </a:lnB>
                    <a:solidFill>
                      <a:srgbClr val="FFFFFF"/>
                    </a:solidFill>
                  </a:tcPr>
                </a:tc>
              </a:tr>
              <a:tr h="411480">
                <a:tc>
                  <a:txBody>
                    <a:bodyPr wrap="square"/>
                    <a:lstStyle/>
                    <a:p>
                      <a:pPr algn="l">
                        <a:lnSpc>
                          <a:spcPct val="100000"/>
                        </a:lnSpc>
                        <a:buNone/>
                      </a:pPr>
                      <a:r>
                        <a:rPr lang="es-ES" sz="1100" b="0" dirty="0">
                          <a:solidFill>
                            <a:srgbClr val="404040"/>
                          </a:solidFill>
                          <a:latin typeface="Poppins"/>
                          <a:cs typeface="Poppins"/>
                        </a:rPr>
                        <a:t>Owner técnico (APIs)</a:t>
                      </a:r>
                      <a:endParaRPr lang="es-ES" sz="1100" dirty="0"/>
                    </a:p>
                  </a:txBody>
                  <a:tcPr marL="101600" marR="101600" marT="45720" marB="45720" anchor="ctr">
                    <a:lnL w="6350">
                      <a:solidFill>
                        <a:srgbClr val="D3EAF3"/>
                      </a:solidFill>
                    </a:lnL>
                    <a:lnR w="6350">
                      <a:solidFill>
                        <a:srgbClr val="D3EAF3"/>
                      </a:solidFill>
                    </a:lnR>
                    <a:lnT w="6350">
                      <a:solidFill>
                        <a:srgbClr val="D3EAF3"/>
                      </a:solidFill>
                    </a:lnT>
                    <a:lnB w="6350">
                      <a:solidFill>
                        <a:srgbClr val="D3EAF3"/>
                      </a:solidFill>
                    </a:lnB>
                    <a:solidFill>
                      <a:srgbClr val="E6F2F4"/>
                    </a:solidFill>
                  </a:tcPr>
                </a:tc>
                <a:tc>
                  <a:txBody>
                    <a:bodyPr wrap="square"/>
                    <a:lstStyle/>
                    <a:p>
                      <a:pPr algn="l">
                        <a:lnSpc>
                          <a:spcPct val="100000"/>
                        </a:lnSpc>
                        <a:buNone/>
                      </a:pPr>
                      <a:endParaRPr lang="es-ES" sz="1200" dirty="0"/>
                    </a:p>
                  </a:txBody>
                  <a:tcPr marL="101600" marR="101600" marT="45720" marB="45720" anchor="ctr">
                    <a:lnL w="6350">
                      <a:solidFill>
                        <a:srgbClr val="D3EAF3"/>
                      </a:solidFill>
                    </a:lnL>
                    <a:lnR w="6350">
                      <a:solidFill>
                        <a:srgbClr val="D3EAF3"/>
                      </a:solidFill>
                    </a:lnR>
                    <a:lnT w="6350">
                      <a:solidFill>
                        <a:srgbClr val="D3EAF3"/>
                      </a:solidFill>
                    </a:lnT>
                    <a:lnB w="6350">
                      <a:solidFill>
                        <a:srgbClr val="D3EAF3"/>
                      </a:solidFill>
                    </a:lnB>
                    <a:solidFill>
                      <a:srgbClr val="E6F2F4"/>
                    </a:solidFill>
                  </a:tcPr>
                </a:tc>
              </a:tr>
              <a:tr h="411480">
                <a:tc>
                  <a:txBody>
                    <a:bodyPr wrap="square"/>
                    <a:lstStyle/>
                    <a:p>
                      <a:pPr algn="l">
                        <a:lnSpc>
                          <a:spcPct val="100000"/>
                        </a:lnSpc>
                        <a:buNone/>
                      </a:pPr>
                      <a:r>
                        <a:rPr lang="es-ES" sz="1100" b="0" dirty="0">
                          <a:solidFill>
                            <a:srgbClr val="404040"/>
                          </a:solidFill>
                          <a:latin typeface="Poppins"/>
                          <a:cs typeface="Poppins"/>
                        </a:rPr>
                        <a:t>Negocio / producto</a:t>
                      </a:r>
                      <a:endParaRPr lang="es-ES" sz="1100" dirty="0"/>
                    </a:p>
                  </a:txBody>
                  <a:tcPr marL="101600" marR="101600" marT="45720" marB="45720" anchor="ctr">
                    <a:lnL w="6350">
                      <a:solidFill>
                        <a:srgbClr val="D3EAF3"/>
                      </a:solidFill>
                    </a:lnL>
                    <a:lnR w="6350">
                      <a:solidFill>
                        <a:srgbClr val="D3EAF3"/>
                      </a:solidFill>
                    </a:lnR>
                    <a:lnT w="6350">
                      <a:solidFill>
                        <a:srgbClr val="D3EAF3"/>
                      </a:solidFill>
                    </a:lnT>
                    <a:lnB w="6350">
                      <a:solidFill>
                        <a:srgbClr val="D3EAF3"/>
                      </a:solidFill>
                    </a:lnB>
                    <a:solidFill>
                      <a:srgbClr val="FFFFFF"/>
                    </a:solidFill>
                  </a:tcPr>
                </a:tc>
                <a:tc>
                  <a:txBody>
                    <a:bodyPr wrap="square"/>
                    <a:lstStyle/>
                    <a:p>
                      <a:pPr algn="l">
                        <a:lnSpc>
                          <a:spcPct val="100000"/>
                        </a:lnSpc>
                        <a:buNone/>
                      </a:pPr>
                      <a:endParaRPr lang="es-ES" sz="1200" dirty="0"/>
                    </a:p>
                  </a:txBody>
                  <a:tcPr marL="101600" marR="101600" marT="45720" marB="45720" anchor="ctr">
                    <a:lnL w="6350">
                      <a:solidFill>
                        <a:srgbClr val="D3EAF3"/>
                      </a:solidFill>
                    </a:lnL>
                    <a:lnR w="6350">
                      <a:solidFill>
                        <a:srgbClr val="D3EAF3"/>
                      </a:solidFill>
                    </a:lnR>
                    <a:lnT w="6350">
                      <a:solidFill>
                        <a:srgbClr val="D3EAF3"/>
                      </a:solidFill>
                    </a:lnT>
                    <a:lnB w="6350">
                      <a:solidFill>
                        <a:srgbClr val="D3EAF3"/>
                      </a:solidFill>
                    </a:lnB>
                    <a:solidFill>
                      <a:srgbClr val="FFFFFF"/>
                    </a:solidFill>
                  </a:tcPr>
                </a:tc>
              </a:tr>
            </a:tbl>
          </a:graphicData>
        </a:graphic>
      </p:graphicFrame>
      <p:sp>
        <p:nvSpPr>
          <p:cNvPr id="9" name="Caja de roles"/>
          <p:cNvSpPr/>
          <p:nvPr/>
        </p:nvSpPr>
        <p:spPr>
          <a:xfrm>
            <a:off x="685800" y="4953000"/>
            <a:ext cx="10820400" cy="965200"/>
          </a:xfrm>
          <a:prstGeom prst="roundRect">
            <a:avLst>
              <a:gd name="adj" fmla="val 14211"/>
            </a:avLst>
          </a:prstGeom>
          <a:solidFill>
            <a:srgbClr val="E6F2F4"/>
          </a:solidFill>
          <a:ln>
            <a:noFill/>
          </a:ln>
          <a:effectLst/>
        </p:spPr>
        <p:txBody>
          <a:bodyPr rtlCol="0" anchor="ctr"/>
          <a:lstStyle/>
          <a:p>
            <a:endParaRPr lang="es-ES"/>
          </a:p>
        </p:txBody>
      </p:sp>
      <p:sp>
        <p:nvSpPr>
          <p:cNvPr id="10" name="Roles"/>
          <p:cNvSpPr txBox="1"/>
          <p:nvPr/>
        </p:nvSpPr>
        <p:spPr>
          <a:xfrm>
            <a:off x="965200" y="5105400"/>
            <a:ext cx="10274300" cy="711200"/>
          </a:xfrm>
          <a:prstGeom prst="rect">
            <a:avLst/>
          </a:prstGeom>
          <a:noFill/>
        </p:spPr>
        <p:txBody>
          <a:bodyPr wrap="square" lIns="0" tIns="0" rIns="0" bIns="0" rtlCol="0" anchor="t">
            <a:noAutofit/>
          </a:bodyPr>
          <a:lstStyle/>
          <a:p>
            <a:pPr algn="l">
              <a:lnSpc>
                <a:spcPct val="100000"/>
              </a:lnSpc>
              <a:buNone/>
            </a:pPr>
            <a:r>
              <a:rPr lang="es-ES" sz="1100" b="0" dirty="0">
                <a:solidFill>
                  <a:srgbClr val="404040"/>
                </a:solidFill>
                <a:latin typeface="Poppins"/>
                <a:cs typeface="Poppins"/>
              </a:rPr>
              <a:t>AM: mejoras, precio e integraciones adicionales.</a:t>
            </a:r>
            <a:endParaRPr lang="es-ES" sz="1100" dirty="0"/>
          </a:p>
          <a:p>
            <a:pPr algn="l">
              <a:lnSpc>
                <a:spcPct val="100000"/>
              </a:lnSpc>
              <a:buNone/>
            </a:pPr>
            <a:r>
              <a:rPr lang="es-ES" sz="1100" b="0" dirty="0">
                <a:solidFill>
                  <a:srgbClr val="404040"/>
                </a:solidFill>
                <a:latin typeface="Poppins"/>
                <a:cs typeface="Poppins"/>
              </a:rPr>
              <a:t>PM: implementación hasta el acta de cierre.</a:t>
            </a:r>
            <a:endParaRPr lang="es-ES" sz="1100" dirty="0"/>
          </a:p>
          <a:p>
            <a:pPr algn="l">
              <a:lnSpc>
                <a:spcPct val="100000"/>
              </a:lnSpc>
              <a:buNone/>
            </a:pPr>
            <a:r>
              <a:rPr lang="es-ES" sz="1100" b="0" dirty="0">
                <a:solidFill>
                  <a:srgbClr val="404040"/>
                </a:solidFill>
                <a:latin typeface="Poppins"/>
                <a:cs typeface="Poppins"/>
              </a:rPr>
              <a:t>Soporte: postproducción, incidentes y continuidad.</a:t>
            </a:r>
            <a:endParaRPr lang="es-E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BFF"/>
        </a:solidFill>
        <a:effectLst/>
      </p:bgPr>
    </p:bg>
    <p:spTree>
      <p:nvGrpSpPr>
        <p:cNvPr id="1" name=""/>
        <p:cNvGrpSpPr/>
        <p:nvPr/>
      </p:nvGrpSpPr>
      <p:grpSpPr>
        <a:xfrm>
          <a:off x="0" y="0"/>
          <a:ext cx="0" cy="0"/>
          <a:chOff x="0" y="0"/>
          <a:chExt cx="0" cy="0"/>
        </a:xfrm>
      </p:grpSpPr>
      <p:pic>
        <p:nvPicPr>
          <p:cNvPr id="2" name="Imagen 2" descr="Jelou"/>
          <p:cNvPicPr>
            <a:picLocks noChangeAspect="1"/>
          </p:cNvPicPr>
          <p:nvPr/>
        </p:nvPicPr>
        <p:blipFill>
          <a:blip r:embed="rId2"/>
          <a:stretch>
            <a:fillRect/>
          </a:stretch>
        </p:blipFill>
        <p:spPr>
          <a:xfrm>
            <a:off x="10591800" y="406400"/>
            <a:ext cx="914400" cy="235915"/>
          </a:xfrm>
          <a:prstGeom prst="rect">
            <a:avLst/>
          </a:prstGeom>
        </p:spPr>
      </p:pic>
      <p:cxnSp>
        <p:nvCxnSpPr>
          <p:cNvPr id="3" name="Conector 3"/>
          <p:cNvCxnSpPr/>
          <p:nvPr/>
        </p:nvCxnSpPr>
        <p:spPr>
          <a:xfrm>
            <a:off x="685800" y="1041400"/>
            <a:ext cx="254000" cy="0"/>
          </a:xfrm>
          <a:prstGeom prst="line">
            <a:avLst/>
          </a:prstGeom>
          <a:ln w="19050">
            <a:solidFill>
              <a:srgbClr val="00B4C7"/>
            </a:solidFill>
          </a:ln>
        </p:spPr>
      </p:cxnSp>
      <p:sp>
        <p:nvSpPr>
          <p:cNvPr id="4" name="Eyebrow"/>
          <p:cNvSpPr txBox="1"/>
          <p:nvPr/>
        </p:nvSpPr>
        <p:spPr>
          <a:xfrm>
            <a:off x="1054100" y="965200"/>
            <a:ext cx="7620000" cy="203200"/>
          </a:xfrm>
          <a:prstGeom prst="rect">
            <a:avLst/>
          </a:prstGeom>
          <a:noFill/>
        </p:spPr>
        <p:txBody>
          <a:bodyPr wrap="square" lIns="0" tIns="0" rIns="0" bIns="0" rtlCol="0" anchor="t">
            <a:noAutofit/>
          </a:bodyPr>
          <a:lstStyle/>
          <a:p>
            <a:pPr algn="l">
              <a:lnSpc>
                <a:spcPct val="100000"/>
              </a:lnSpc>
              <a:buNone/>
            </a:pPr>
            <a:r>
              <a:rPr lang="es-ES" sz="1100" b="0" spc="200" dirty="0">
                <a:solidFill>
                  <a:srgbClr val="00B4C7"/>
                </a:solidFill>
                <a:latin typeface="Poppins SemiBold"/>
                <a:cs typeface="Poppins SemiBold"/>
              </a:rPr>
              <a:t>BLOQUE 2 · CONTEXTO</a:t>
            </a:r>
            <a:endParaRPr lang="es-ES" sz="1100" dirty="0"/>
          </a:p>
        </p:txBody>
      </p:sp>
      <p:sp>
        <p:nvSpPr>
          <p:cNvPr id="5" name="Título"/>
          <p:cNvSpPr txBox="1"/>
          <p:nvPr/>
        </p:nvSpPr>
        <p:spPr>
          <a:xfrm>
            <a:off x="685800" y="1320800"/>
            <a:ext cx="9359900" cy="533400"/>
          </a:xfrm>
          <a:prstGeom prst="rect">
            <a:avLst/>
          </a:prstGeom>
          <a:noFill/>
        </p:spPr>
        <p:txBody>
          <a:bodyPr wrap="square" lIns="0" tIns="0" rIns="0" bIns="0" rtlCol="0" anchor="t">
            <a:noAutofit/>
          </a:bodyPr>
          <a:lstStyle/>
          <a:p>
            <a:pPr algn="l">
              <a:lnSpc>
                <a:spcPct val="100000"/>
              </a:lnSpc>
              <a:buNone/>
            </a:pPr>
            <a:r>
              <a:rPr lang="es-ES" sz="2800" b="0" dirty="0">
                <a:solidFill>
                  <a:srgbClr val="151C2A"/>
                </a:solidFill>
                <a:latin typeface="Poppins SemiBold"/>
                <a:cs typeface="Poppins SemiBold"/>
              </a:rPr>
              <a:t>Título del proyecto</a:t>
            </a:r>
            <a:endParaRPr lang="es-ES" sz="2800" dirty="0"/>
          </a:p>
        </p:txBody>
      </p:sp>
      <p:sp>
        <p:nvSpPr>
          <p:cNvPr id="6" name="Tarjeta"/>
          <p:cNvSpPr/>
          <p:nvPr/>
        </p:nvSpPr>
        <p:spPr>
          <a:xfrm>
            <a:off x="685800" y="2578100"/>
            <a:ext cx="5232400" cy="2654300"/>
          </a:xfrm>
          <a:prstGeom prst="roundRect">
            <a:avLst>
              <a:gd name="adj" fmla="val 5167"/>
            </a:avLst>
          </a:prstGeom>
          <a:solidFill>
            <a:srgbClr val="FFFFFF"/>
          </a:solidFill>
          <a:ln w="9525">
            <a:solidFill>
              <a:srgbClr val="D3EAF3"/>
            </a:solidFill>
          </a:ln>
          <a:effectLst/>
        </p:spPr>
        <p:txBody>
          <a:bodyPr rtlCol="0" anchor="ctr"/>
          <a:lstStyle/>
          <a:p>
            <a:endParaRPr lang="es-ES"/>
          </a:p>
        </p:txBody>
      </p:sp>
      <p:sp>
        <p:nvSpPr>
          <p:cNvPr id="7" name="Icono marco"/>
          <p:cNvSpPr/>
          <p:nvPr/>
        </p:nvSpPr>
        <p:spPr>
          <a:xfrm>
            <a:off x="939800" y="2806700"/>
            <a:ext cx="381000" cy="381000"/>
          </a:xfrm>
          <a:prstGeom prst="roundRect">
            <a:avLst>
              <a:gd name="adj" fmla="val 50000"/>
            </a:avLst>
          </a:prstGeom>
          <a:noFill/>
          <a:ln w="12700">
            <a:solidFill>
              <a:srgbClr val="00B4C7"/>
            </a:solidFill>
          </a:ln>
          <a:effectLst/>
        </p:spPr>
        <p:txBody>
          <a:bodyPr rtlCol="0" anchor="ctr"/>
          <a:lstStyle/>
          <a:p>
            <a:endParaRPr lang="es-ES"/>
          </a:p>
        </p:txBody>
      </p:sp>
      <p:pic>
        <p:nvPicPr>
          <p:cNvPr id="8" name="Imagen 8" descr="alert"/>
          <p:cNvPicPr>
            <a:picLocks noChangeAspect="1"/>
          </p:cNvPicPr>
          <p:nvPr/>
        </p:nvPicPr>
        <p:blipFill>
          <a:blip r:embed="rId3"/>
          <a:stretch>
            <a:fillRect/>
          </a:stretch>
        </p:blipFill>
        <p:spPr>
          <a:xfrm>
            <a:off x="1028700" y="2895600"/>
            <a:ext cx="203200" cy="203200"/>
          </a:xfrm>
          <a:prstGeom prst="rect">
            <a:avLst/>
          </a:prstGeom>
        </p:spPr>
      </p:pic>
      <p:sp>
        <p:nvSpPr>
          <p:cNvPr id="9" name="Título de tarjeta"/>
          <p:cNvSpPr txBox="1"/>
          <p:nvPr/>
        </p:nvSpPr>
        <p:spPr>
          <a:xfrm>
            <a:off x="1447800" y="2806700"/>
            <a:ext cx="4318000" cy="381000"/>
          </a:xfrm>
          <a:prstGeom prst="rect">
            <a:avLst/>
          </a:prstGeom>
          <a:noFill/>
        </p:spPr>
        <p:txBody>
          <a:bodyPr wrap="square" lIns="0" tIns="0" rIns="0" bIns="0" rtlCol="0" anchor="ctr">
            <a:noAutofit/>
          </a:bodyPr>
          <a:lstStyle/>
          <a:p>
            <a:pPr algn="l">
              <a:lnSpc>
                <a:spcPct val="100000"/>
              </a:lnSpc>
              <a:buNone/>
            </a:pPr>
            <a:r>
              <a:rPr lang="es-ES" sz="1200" b="0" dirty="0">
                <a:solidFill>
                  <a:srgbClr val="FF6633"/>
                </a:solidFill>
                <a:latin typeface="Poppins SemiBold"/>
                <a:cs typeface="Poppins SemiBold"/>
              </a:rPr>
              <a:t>HOY</a:t>
            </a:r>
            <a:endParaRPr lang="es-ES" sz="1200" dirty="0"/>
          </a:p>
        </p:txBody>
      </p:sp>
      <p:sp>
        <p:nvSpPr>
          <p:cNvPr id="10" name="HOY"/>
          <p:cNvSpPr txBox="1"/>
          <p:nvPr/>
        </p:nvSpPr>
        <p:spPr>
          <a:xfrm>
            <a:off x="939800" y="3352800"/>
            <a:ext cx="4724400" cy="1701800"/>
          </a:xfrm>
          <a:prstGeom prst="rect">
            <a:avLst/>
          </a:prstGeom>
          <a:noFill/>
        </p:spPr>
        <p:txBody>
          <a:bodyPr wrap="square" lIns="0" tIns="0" rIns="0" bIns="0" rtlCol="0" anchor="t">
            <a:noAutofit/>
          </a:bodyPr>
          <a:lstStyle/>
          <a:p>
            <a:pPr algn="l" marL="139700" indent="-139700">
              <a:lnSpc>
                <a:spcPct val="100000"/>
              </a:lnSpc>
              <a:spcAft>
                <a:spcPts val="400"/>
              </a:spcAft>
              <a:buClr>
                <a:srgbClr val="00B4C7"/>
              </a:buClr>
              <a:buFont typeface="Arial"/>
              <a:buChar char="•"/>
            </a:pPr>
            <a:r>
              <a:rPr lang="es-ES" sz="1300" b="0" dirty="0">
                <a:solidFill>
                  <a:srgbClr val="404040"/>
                </a:solidFill>
                <a:latin typeface="Poppins"/>
                <a:cs typeface="Poppins"/>
              </a:rPr>
              <a:t>Situación actual de ejemplo.</a:t>
            </a:r>
            <a:endParaRPr lang="es-ES" sz="1300" dirty="0"/>
          </a:p>
        </p:txBody>
      </p:sp>
      <p:sp>
        <p:nvSpPr>
          <p:cNvPr id="11" name="Tarjeta"/>
          <p:cNvSpPr/>
          <p:nvPr/>
        </p:nvSpPr>
        <p:spPr>
          <a:xfrm>
            <a:off x="6273800" y="2578100"/>
            <a:ext cx="5232400" cy="2654300"/>
          </a:xfrm>
          <a:prstGeom prst="roundRect">
            <a:avLst>
              <a:gd name="adj" fmla="val 5167"/>
            </a:avLst>
          </a:prstGeom>
          <a:solidFill>
            <a:srgbClr val="E6F2F4"/>
          </a:solidFill>
          <a:ln w="9525">
            <a:solidFill>
              <a:srgbClr val="D3EAF3"/>
            </a:solidFill>
          </a:ln>
          <a:effectLst/>
        </p:spPr>
        <p:txBody>
          <a:bodyPr rtlCol="0" anchor="ctr"/>
          <a:lstStyle/>
          <a:p>
            <a:endParaRPr lang="es-ES"/>
          </a:p>
        </p:txBody>
      </p:sp>
      <p:sp>
        <p:nvSpPr>
          <p:cNvPr id="12" name="Icono marco"/>
          <p:cNvSpPr/>
          <p:nvPr/>
        </p:nvSpPr>
        <p:spPr>
          <a:xfrm>
            <a:off x="6527800" y="2806700"/>
            <a:ext cx="381000" cy="381000"/>
          </a:xfrm>
          <a:prstGeom prst="roundRect">
            <a:avLst>
              <a:gd name="adj" fmla="val 50000"/>
            </a:avLst>
          </a:prstGeom>
          <a:noFill/>
          <a:ln w="12700">
            <a:solidFill>
              <a:srgbClr val="00B4C7"/>
            </a:solidFill>
          </a:ln>
          <a:effectLst/>
        </p:spPr>
        <p:txBody>
          <a:bodyPr rtlCol="0" anchor="ctr"/>
          <a:lstStyle/>
          <a:p>
            <a:endParaRPr lang="es-ES"/>
          </a:p>
        </p:txBody>
      </p:sp>
      <p:pic>
        <p:nvPicPr>
          <p:cNvPr id="13" name="Imagen 13" descr="check-circle"/>
          <p:cNvPicPr>
            <a:picLocks noChangeAspect="1"/>
          </p:cNvPicPr>
          <p:nvPr/>
        </p:nvPicPr>
        <p:blipFill>
          <a:blip r:embed="rId4"/>
          <a:stretch>
            <a:fillRect/>
          </a:stretch>
        </p:blipFill>
        <p:spPr>
          <a:xfrm>
            <a:off x="6616700" y="2895600"/>
            <a:ext cx="203200" cy="203200"/>
          </a:xfrm>
          <a:prstGeom prst="rect">
            <a:avLst/>
          </a:prstGeom>
        </p:spPr>
      </p:pic>
      <p:sp>
        <p:nvSpPr>
          <p:cNvPr id="14" name="Título de tarjeta"/>
          <p:cNvSpPr txBox="1"/>
          <p:nvPr/>
        </p:nvSpPr>
        <p:spPr>
          <a:xfrm>
            <a:off x="7035800" y="2806700"/>
            <a:ext cx="4318000" cy="381000"/>
          </a:xfrm>
          <a:prstGeom prst="rect">
            <a:avLst/>
          </a:prstGeom>
          <a:noFill/>
        </p:spPr>
        <p:txBody>
          <a:bodyPr wrap="square" lIns="0" tIns="0" rIns="0" bIns="0" rtlCol="0" anchor="ctr">
            <a:noAutofit/>
          </a:bodyPr>
          <a:lstStyle/>
          <a:p>
            <a:pPr algn="l">
              <a:lnSpc>
                <a:spcPct val="100000"/>
              </a:lnSpc>
              <a:buNone/>
            </a:pPr>
            <a:r>
              <a:rPr lang="es-ES" sz="1200" b="0" dirty="0">
                <a:solidFill>
                  <a:srgbClr val="00B4C7"/>
                </a:solidFill>
                <a:latin typeface="Poppins SemiBold"/>
                <a:cs typeface="Poppins SemiBold"/>
              </a:rPr>
              <a:t>CON JELOU</a:t>
            </a:r>
            <a:endParaRPr lang="es-ES" sz="1200" dirty="0"/>
          </a:p>
        </p:txBody>
      </p:sp>
      <p:sp>
        <p:nvSpPr>
          <p:cNvPr id="15" name="CON JELOU"/>
          <p:cNvSpPr txBox="1"/>
          <p:nvPr/>
        </p:nvSpPr>
        <p:spPr>
          <a:xfrm>
            <a:off x="6527800" y="3352800"/>
            <a:ext cx="4724400" cy="1701800"/>
          </a:xfrm>
          <a:prstGeom prst="rect">
            <a:avLst/>
          </a:prstGeom>
          <a:noFill/>
        </p:spPr>
        <p:txBody>
          <a:bodyPr wrap="square" lIns="0" tIns="0" rIns="0" bIns="0" rtlCol="0" anchor="t">
            <a:noAutofit/>
          </a:bodyPr>
          <a:lstStyle/>
          <a:p>
            <a:pPr algn="l" marL="139700" indent="-139700">
              <a:lnSpc>
                <a:spcPct val="100000"/>
              </a:lnSpc>
              <a:spcAft>
                <a:spcPts val="400"/>
              </a:spcAft>
              <a:buClr>
                <a:srgbClr val="00B4C7"/>
              </a:buClr>
              <a:buFont typeface="Arial"/>
              <a:buChar char="•"/>
            </a:pPr>
            <a:r>
              <a:rPr lang="es-ES" sz="1300" b="0" dirty="0">
                <a:solidFill>
                  <a:srgbClr val="404040"/>
                </a:solidFill>
                <a:latin typeface="Poppins"/>
                <a:cs typeface="Poppins"/>
              </a:rPr>
              <a:t>Qué cambia con Jelou, en una frase.</a:t>
            </a:r>
            <a:endParaRPr lang="es-ES" sz="1300" dirty="0"/>
          </a:p>
        </p:txBody>
      </p:sp>
      <p:sp>
        <p:nvSpPr>
          <p:cNvPr id="16" name="Dato"/>
          <p:cNvSpPr txBox="1"/>
          <p:nvPr/>
        </p:nvSpPr>
        <p:spPr>
          <a:xfrm>
            <a:off x="685800" y="5499100"/>
            <a:ext cx="10820400" cy="368300"/>
          </a:xfrm>
          <a:prstGeom prst="rect">
            <a:avLst/>
          </a:prstGeom>
          <a:noFill/>
        </p:spPr>
        <p:txBody>
          <a:bodyPr wrap="square" lIns="0" tIns="0" rIns="0" bIns="0" rtlCol="0" anchor="t">
            <a:noAutofit/>
          </a:bodyPr>
          <a:lstStyle/>
          <a:p>
            <a:pPr algn="l">
              <a:lnSpc>
                <a:spcPct val="100000"/>
              </a:lnSpc>
              <a:buNone/>
            </a:pPr>
            <a:r>
              <a:rPr lang="es-ES" sz="1200" b="0" dirty="0">
                <a:solidFill>
                  <a:srgbClr val="206C83"/>
                </a:solidFill>
                <a:latin typeface="Poppins"/>
                <a:cs typeface="Poppins"/>
              </a:rPr>
              <a:t>Dato de contexto: volumen, tipos de producto.</a:t>
            </a:r>
            <a:endParaRPr lang="es-E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BFF"/>
        </a:solidFill>
        <a:effectLst/>
      </p:bgPr>
    </p:bg>
    <p:spTree>
      <p:nvGrpSpPr>
        <p:cNvPr id="1" name=""/>
        <p:cNvGrpSpPr/>
        <p:nvPr/>
      </p:nvGrpSpPr>
      <p:grpSpPr>
        <a:xfrm>
          <a:off x="0" y="0"/>
          <a:ext cx="0" cy="0"/>
          <a:chOff x="0" y="0"/>
          <a:chExt cx="0" cy="0"/>
        </a:xfrm>
      </p:grpSpPr>
      <p:pic>
        <p:nvPicPr>
          <p:cNvPr id="2" name="Imagen 2" descr="Jelou"/>
          <p:cNvPicPr>
            <a:picLocks noChangeAspect="1"/>
          </p:cNvPicPr>
          <p:nvPr/>
        </p:nvPicPr>
        <p:blipFill>
          <a:blip r:embed="rId2"/>
          <a:stretch>
            <a:fillRect/>
          </a:stretch>
        </p:blipFill>
        <p:spPr>
          <a:xfrm>
            <a:off x="10591800" y="406400"/>
            <a:ext cx="914400" cy="235915"/>
          </a:xfrm>
          <a:prstGeom prst="rect">
            <a:avLst/>
          </a:prstGeom>
        </p:spPr>
      </p:pic>
      <p:cxnSp>
        <p:nvCxnSpPr>
          <p:cNvPr id="3" name="Conector 3"/>
          <p:cNvCxnSpPr/>
          <p:nvPr/>
        </p:nvCxnSpPr>
        <p:spPr>
          <a:xfrm>
            <a:off x="685800" y="1041400"/>
            <a:ext cx="254000" cy="0"/>
          </a:xfrm>
          <a:prstGeom prst="line">
            <a:avLst/>
          </a:prstGeom>
          <a:ln w="19050">
            <a:solidFill>
              <a:srgbClr val="00B4C7"/>
            </a:solidFill>
          </a:ln>
        </p:spPr>
      </p:cxnSp>
      <p:sp>
        <p:nvSpPr>
          <p:cNvPr id="4" name="Eyebrow"/>
          <p:cNvSpPr txBox="1"/>
          <p:nvPr/>
        </p:nvSpPr>
        <p:spPr>
          <a:xfrm>
            <a:off x="1054100" y="965200"/>
            <a:ext cx="7620000" cy="203200"/>
          </a:xfrm>
          <a:prstGeom prst="rect">
            <a:avLst/>
          </a:prstGeom>
          <a:noFill/>
        </p:spPr>
        <p:txBody>
          <a:bodyPr wrap="square" lIns="0" tIns="0" rIns="0" bIns="0" rtlCol="0" anchor="t">
            <a:noAutofit/>
          </a:bodyPr>
          <a:lstStyle/>
          <a:p>
            <a:pPr algn="l">
              <a:lnSpc>
                <a:spcPct val="100000"/>
              </a:lnSpc>
              <a:buNone/>
            </a:pPr>
            <a:r>
              <a:rPr lang="es-ES" sz="1100" b="0" spc="200" dirty="0">
                <a:solidFill>
                  <a:srgbClr val="00B4C7"/>
                </a:solidFill>
                <a:latin typeface="Poppins SemiBold"/>
                <a:cs typeface="Poppins SemiBold"/>
              </a:rPr>
              <a:t>BLOQUE 2 · ALCANCE</a:t>
            </a:r>
            <a:endParaRPr lang="es-ES" sz="1100" dirty="0"/>
          </a:p>
        </p:txBody>
      </p:sp>
      <p:sp>
        <p:nvSpPr>
          <p:cNvPr id="5" name="Título"/>
          <p:cNvSpPr txBox="1"/>
          <p:nvPr/>
        </p:nvSpPr>
        <p:spPr>
          <a:xfrm>
            <a:off x="685800" y="1320800"/>
            <a:ext cx="9359900" cy="533400"/>
          </a:xfrm>
          <a:prstGeom prst="rect">
            <a:avLst/>
          </a:prstGeom>
          <a:noFill/>
        </p:spPr>
        <p:txBody>
          <a:bodyPr wrap="square" lIns="0" tIns="0" rIns="0" bIns="0" rtlCol="0" anchor="t">
            <a:noAutofit/>
          </a:bodyPr>
          <a:lstStyle/>
          <a:p>
            <a:pPr algn="l">
              <a:lnSpc>
                <a:spcPct val="100000"/>
              </a:lnSpc>
              <a:buNone/>
            </a:pPr>
            <a:r>
              <a:rPr lang="es-ES" sz="2800" b="0" dirty="0">
                <a:solidFill>
                  <a:srgbClr val="151C2A"/>
                </a:solidFill>
                <a:latin typeface="Poppins SemiBold"/>
                <a:cs typeface="Poppins SemiBold"/>
              </a:rPr>
              <a:t>Alcance por etapas del proceso</a:t>
            </a:r>
            <a:endParaRPr lang="es-ES" sz="2800" dirty="0"/>
          </a:p>
        </p:txBody>
      </p:sp>
      <p:sp>
        <p:nvSpPr>
          <p:cNvPr id="6" name="Etapa"/>
          <p:cNvSpPr/>
          <p:nvPr/>
        </p:nvSpPr>
        <p:spPr>
          <a:xfrm>
            <a:off x="685800" y="2578100"/>
            <a:ext cx="1854200" cy="2108200"/>
          </a:xfrm>
          <a:prstGeom prst="roundRect">
            <a:avLst>
              <a:gd name="adj" fmla="val 9589"/>
            </a:avLst>
          </a:prstGeom>
          <a:solidFill>
            <a:srgbClr val="151C2A"/>
          </a:solidFill>
          <a:ln>
            <a:noFill/>
          </a:ln>
          <a:effectLst/>
        </p:spPr>
        <p:txBody>
          <a:bodyPr rtlCol="0" anchor="ctr"/>
          <a:lstStyle/>
          <a:p>
            <a:endParaRPr lang="es-ES"/>
          </a:p>
        </p:txBody>
      </p:sp>
      <p:sp>
        <p:nvSpPr>
          <p:cNvPr id="7" name="Número"/>
          <p:cNvSpPr txBox="1"/>
          <p:nvPr/>
        </p:nvSpPr>
        <p:spPr>
          <a:xfrm>
            <a:off x="889000" y="2768600"/>
            <a:ext cx="1473200" cy="279400"/>
          </a:xfrm>
          <a:prstGeom prst="rect">
            <a:avLst/>
          </a:prstGeom>
          <a:noFill/>
        </p:spPr>
        <p:txBody>
          <a:bodyPr wrap="square" lIns="0" tIns="0" rIns="0" bIns="0" rtlCol="0" anchor="t">
            <a:noAutofit/>
          </a:bodyPr>
          <a:lstStyle/>
          <a:p>
            <a:pPr algn="l">
              <a:lnSpc>
                <a:spcPct val="100000"/>
              </a:lnSpc>
              <a:buNone/>
            </a:pPr>
            <a:r>
              <a:rPr lang="es-ES" sz="1400" b="0" dirty="0">
                <a:solidFill>
                  <a:srgbClr val="00B4C7"/>
                </a:solidFill>
                <a:latin typeface="Poppins"/>
                <a:cs typeface="Poppins"/>
              </a:rPr>
              <a:t>01</a:t>
            </a:r>
            <a:endParaRPr lang="es-ES" sz="1400" dirty="0"/>
          </a:p>
        </p:txBody>
      </p:sp>
      <p:sp>
        <p:nvSpPr>
          <p:cNvPr id="8" name="Nombre"/>
          <p:cNvSpPr txBox="1"/>
          <p:nvPr/>
        </p:nvSpPr>
        <p:spPr>
          <a:xfrm>
            <a:off x="889000" y="3086100"/>
            <a:ext cx="1473200" cy="266700"/>
          </a:xfrm>
          <a:prstGeom prst="rect">
            <a:avLst/>
          </a:prstGeom>
          <a:noFill/>
        </p:spPr>
        <p:txBody>
          <a:bodyPr wrap="square" lIns="0" tIns="0" rIns="0" bIns="0" rtlCol="0" anchor="t">
            <a:noAutofit/>
          </a:bodyPr>
          <a:lstStyle/>
          <a:p>
            <a:pPr algn="l">
              <a:lnSpc>
                <a:spcPct val="100000"/>
              </a:lnSpc>
              <a:buNone/>
            </a:pPr>
            <a:r>
              <a:rPr lang="es-ES" sz="1400" b="0" dirty="0">
                <a:solidFill>
                  <a:srgbClr val="FFFFFF"/>
                </a:solidFill>
                <a:latin typeface="Poppins SemiBold"/>
                <a:cs typeface="Poppins SemiBold"/>
              </a:rPr>
              <a:t>Etapa uno</a:t>
            </a:r>
            <a:endParaRPr lang="es-ES" sz="1400" dirty="0"/>
          </a:p>
        </p:txBody>
      </p:sp>
      <p:sp>
        <p:nvSpPr>
          <p:cNvPr id="9" name="Texto"/>
          <p:cNvSpPr txBox="1"/>
          <p:nvPr/>
        </p:nvSpPr>
        <p:spPr>
          <a:xfrm>
            <a:off x="889000" y="3429000"/>
            <a:ext cx="1473200" cy="1104900"/>
          </a:xfrm>
          <a:prstGeom prst="rect">
            <a:avLst/>
          </a:prstGeom>
          <a:noFill/>
        </p:spPr>
        <p:txBody>
          <a:bodyPr wrap="square" lIns="0" tIns="0" rIns="0" bIns="0" rtlCol="0" anchor="t">
            <a:noAutofit/>
          </a:bodyPr>
          <a:lstStyle/>
          <a:p>
            <a:pPr algn="l">
              <a:lnSpc>
                <a:spcPct val="100000"/>
              </a:lnSpc>
              <a:buNone/>
            </a:pPr>
            <a:r>
              <a:rPr lang="es-ES" sz="1100" b="0" dirty="0">
                <a:solidFill>
                  <a:srgbClr val="E6F2F4"/>
                </a:solidFill>
                <a:latin typeface="Poppins"/>
                <a:cs typeface="Poppins"/>
              </a:rPr>
              <a:t>Texto de ejemplo.</a:t>
            </a:r>
            <a:endParaRPr lang="es-ES" sz="1100" dirty="0"/>
          </a:p>
        </p:txBody>
      </p:sp>
      <p:cxnSp>
        <p:nvCxnSpPr>
          <p:cNvPr id="10" name="Conector 10"/>
          <p:cNvCxnSpPr/>
          <p:nvPr/>
        </p:nvCxnSpPr>
        <p:spPr>
          <a:xfrm>
            <a:off x="2590800" y="3632200"/>
            <a:ext cx="279400" cy="0"/>
          </a:xfrm>
          <a:prstGeom prst="straightConnector1">
            <a:avLst/>
          </a:prstGeom>
          <a:ln w="19050">
            <a:solidFill>
              <a:srgbClr val="00B4C7"/>
            </a:solidFill>
            <a:tailEnd type="triangle" w="med" len="med"/>
          </a:ln>
        </p:spPr>
      </p:cxnSp>
      <p:sp>
        <p:nvSpPr>
          <p:cNvPr id="11" name="Etapa"/>
          <p:cNvSpPr/>
          <p:nvPr/>
        </p:nvSpPr>
        <p:spPr>
          <a:xfrm>
            <a:off x="2921000" y="2578100"/>
            <a:ext cx="1854200" cy="2108200"/>
          </a:xfrm>
          <a:prstGeom prst="roundRect">
            <a:avLst>
              <a:gd name="adj" fmla="val 9589"/>
            </a:avLst>
          </a:prstGeom>
          <a:solidFill>
            <a:srgbClr val="151C2A"/>
          </a:solidFill>
          <a:ln>
            <a:noFill/>
          </a:ln>
          <a:effectLst/>
        </p:spPr>
        <p:txBody>
          <a:bodyPr rtlCol="0" anchor="ctr"/>
          <a:lstStyle/>
          <a:p>
            <a:endParaRPr lang="es-ES"/>
          </a:p>
        </p:txBody>
      </p:sp>
      <p:sp>
        <p:nvSpPr>
          <p:cNvPr id="12" name="Número"/>
          <p:cNvSpPr txBox="1"/>
          <p:nvPr/>
        </p:nvSpPr>
        <p:spPr>
          <a:xfrm>
            <a:off x="3124200" y="2768600"/>
            <a:ext cx="1473200" cy="279400"/>
          </a:xfrm>
          <a:prstGeom prst="rect">
            <a:avLst/>
          </a:prstGeom>
          <a:noFill/>
        </p:spPr>
        <p:txBody>
          <a:bodyPr wrap="square" lIns="0" tIns="0" rIns="0" bIns="0" rtlCol="0" anchor="t">
            <a:noAutofit/>
          </a:bodyPr>
          <a:lstStyle/>
          <a:p>
            <a:pPr algn="l">
              <a:lnSpc>
                <a:spcPct val="100000"/>
              </a:lnSpc>
              <a:buNone/>
            </a:pPr>
            <a:r>
              <a:rPr lang="es-ES" sz="1400" b="0" dirty="0">
                <a:solidFill>
                  <a:srgbClr val="00B4C7"/>
                </a:solidFill>
                <a:latin typeface="Poppins"/>
                <a:cs typeface="Poppins"/>
              </a:rPr>
              <a:t>02</a:t>
            </a:r>
            <a:endParaRPr lang="es-ES" sz="1400" dirty="0"/>
          </a:p>
        </p:txBody>
      </p:sp>
      <p:sp>
        <p:nvSpPr>
          <p:cNvPr id="13" name="Nombre"/>
          <p:cNvSpPr txBox="1"/>
          <p:nvPr/>
        </p:nvSpPr>
        <p:spPr>
          <a:xfrm>
            <a:off x="3124200" y="3086100"/>
            <a:ext cx="1473200" cy="266700"/>
          </a:xfrm>
          <a:prstGeom prst="rect">
            <a:avLst/>
          </a:prstGeom>
          <a:noFill/>
        </p:spPr>
        <p:txBody>
          <a:bodyPr wrap="square" lIns="0" tIns="0" rIns="0" bIns="0" rtlCol="0" anchor="t">
            <a:noAutofit/>
          </a:bodyPr>
          <a:lstStyle/>
          <a:p>
            <a:pPr algn="l">
              <a:lnSpc>
                <a:spcPct val="100000"/>
              </a:lnSpc>
              <a:buNone/>
            </a:pPr>
            <a:r>
              <a:rPr lang="es-ES" sz="1400" b="0" dirty="0">
                <a:solidFill>
                  <a:srgbClr val="FFFFFF"/>
                </a:solidFill>
                <a:latin typeface="Poppins SemiBold"/>
                <a:cs typeface="Poppins SemiBold"/>
              </a:rPr>
              <a:t>Etapa dos</a:t>
            </a:r>
            <a:endParaRPr lang="es-ES" sz="1400" dirty="0"/>
          </a:p>
        </p:txBody>
      </p:sp>
      <p:sp>
        <p:nvSpPr>
          <p:cNvPr id="14" name="Texto"/>
          <p:cNvSpPr txBox="1"/>
          <p:nvPr/>
        </p:nvSpPr>
        <p:spPr>
          <a:xfrm>
            <a:off x="3124200" y="3429000"/>
            <a:ext cx="1473200" cy="1104900"/>
          </a:xfrm>
          <a:prstGeom prst="rect">
            <a:avLst/>
          </a:prstGeom>
          <a:noFill/>
        </p:spPr>
        <p:txBody>
          <a:bodyPr wrap="square" lIns="0" tIns="0" rIns="0" bIns="0" rtlCol="0" anchor="t">
            <a:noAutofit/>
          </a:bodyPr>
          <a:lstStyle/>
          <a:p>
            <a:pPr algn="l">
              <a:lnSpc>
                <a:spcPct val="100000"/>
              </a:lnSpc>
              <a:buNone/>
            </a:pPr>
            <a:r>
              <a:rPr lang="es-ES" sz="1100" b="0" dirty="0">
                <a:solidFill>
                  <a:srgbClr val="E6F2F4"/>
                </a:solidFill>
                <a:latin typeface="Poppins"/>
                <a:cs typeface="Poppins"/>
              </a:rPr>
              <a:t>Texto de ejemplo.</a:t>
            </a:r>
            <a:endParaRPr lang="es-ES" sz="1100" dirty="0"/>
          </a:p>
        </p:txBody>
      </p:sp>
      <p:cxnSp>
        <p:nvCxnSpPr>
          <p:cNvPr id="15" name="Conector 15"/>
          <p:cNvCxnSpPr/>
          <p:nvPr/>
        </p:nvCxnSpPr>
        <p:spPr>
          <a:xfrm>
            <a:off x="4826000" y="3632200"/>
            <a:ext cx="279400" cy="0"/>
          </a:xfrm>
          <a:prstGeom prst="straightConnector1">
            <a:avLst/>
          </a:prstGeom>
          <a:ln w="19050">
            <a:solidFill>
              <a:srgbClr val="00B4C7"/>
            </a:solidFill>
            <a:tailEnd type="triangle" w="med" len="med"/>
          </a:ln>
        </p:spPr>
      </p:cxnSp>
      <p:sp>
        <p:nvSpPr>
          <p:cNvPr id="16" name="Etapa"/>
          <p:cNvSpPr/>
          <p:nvPr/>
        </p:nvSpPr>
        <p:spPr>
          <a:xfrm>
            <a:off x="5156200" y="2578100"/>
            <a:ext cx="1854200" cy="2108200"/>
          </a:xfrm>
          <a:prstGeom prst="roundRect">
            <a:avLst>
              <a:gd name="adj" fmla="val 9589"/>
            </a:avLst>
          </a:prstGeom>
          <a:solidFill>
            <a:srgbClr val="FFFFFF"/>
          </a:solidFill>
          <a:ln w="9525">
            <a:solidFill>
              <a:srgbClr val="D3EAF3"/>
            </a:solidFill>
          </a:ln>
          <a:effectLst/>
        </p:spPr>
        <p:txBody>
          <a:bodyPr rtlCol="0" anchor="ctr"/>
          <a:lstStyle/>
          <a:p>
            <a:endParaRPr lang="es-ES"/>
          </a:p>
        </p:txBody>
      </p:sp>
      <p:sp>
        <p:nvSpPr>
          <p:cNvPr id="17" name="Número"/>
          <p:cNvSpPr txBox="1"/>
          <p:nvPr/>
        </p:nvSpPr>
        <p:spPr>
          <a:xfrm>
            <a:off x="5359400" y="2768600"/>
            <a:ext cx="1473200" cy="279400"/>
          </a:xfrm>
          <a:prstGeom prst="rect">
            <a:avLst/>
          </a:prstGeom>
          <a:noFill/>
        </p:spPr>
        <p:txBody>
          <a:bodyPr wrap="square" lIns="0" tIns="0" rIns="0" bIns="0" rtlCol="0" anchor="t">
            <a:noAutofit/>
          </a:bodyPr>
          <a:lstStyle/>
          <a:p>
            <a:pPr algn="l">
              <a:lnSpc>
                <a:spcPct val="100000"/>
              </a:lnSpc>
              <a:buNone/>
            </a:pPr>
            <a:r>
              <a:rPr lang="es-ES" sz="1400" b="0" dirty="0">
                <a:solidFill>
                  <a:srgbClr val="00B4C7"/>
                </a:solidFill>
                <a:latin typeface="Poppins"/>
                <a:cs typeface="Poppins"/>
              </a:rPr>
              <a:t>03</a:t>
            </a:r>
            <a:endParaRPr lang="es-ES" sz="1400" dirty="0"/>
          </a:p>
        </p:txBody>
      </p:sp>
      <p:sp>
        <p:nvSpPr>
          <p:cNvPr id="18" name="Nombre"/>
          <p:cNvSpPr txBox="1"/>
          <p:nvPr/>
        </p:nvSpPr>
        <p:spPr>
          <a:xfrm>
            <a:off x="5359400" y="3086100"/>
            <a:ext cx="1473200" cy="266700"/>
          </a:xfrm>
          <a:prstGeom prst="rect">
            <a:avLst/>
          </a:prstGeom>
          <a:noFill/>
        </p:spPr>
        <p:txBody>
          <a:bodyPr wrap="square" lIns="0" tIns="0" rIns="0" bIns="0" rtlCol="0" anchor="t">
            <a:noAutofit/>
          </a:bodyPr>
          <a:lstStyle/>
          <a:p>
            <a:pPr algn="l">
              <a:lnSpc>
                <a:spcPct val="100000"/>
              </a:lnSpc>
              <a:buNone/>
            </a:pPr>
            <a:r>
              <a:rPr lang="es-ES" sz="1400" b="0" dirty="0">
                <a:solidFill>
                  <a:srgbClr val="151C2A"/>
                </a:solidFill>
                <a:latin typeface="Poppins SemiBold"/>
                <a:cs typeface="Poppins SemiBold"/>
              </a:rPr>
              <a:t>Etapa tres</a:t>
            </a:r>
            <a:endParaRPr lang="es-ES" sz="1400" dirty="0"/>
          </a:p>
        </p:txBody>
      </p:sp>
      <p:sp>
        <p:nvSpPr>
          <p:cNvPr id="19" name="Texto"/>
          <p:cNvSpPr txBox="1"/>
          <p:nvPr/>
        </p:nvSpPr>
        <p:spPr>
          <a:xfrm>
            <a:off x="5359400" y="3429000"/>
            <a:ext cx="1473200" cy="1104900"/>
          </a:xfrm>
          <a:prstGeom prst="rect">
            <a:avLst/>
          </a:prstGeom>
          <a:noFill/>
        </p:spPr>
        <p:txBody>
          <a:bodyPr wrap="square" lIns="0" tIns="0" rIns="0" bIns="0" rtlCol="0" anchor="t">
            <a:noAutofit/>
          </a:bodyPr>
          <a:lstStyle/>
          <a:p>
            <a:pPr algn="l">
              <a:lnSpc>
                <a:spcPct val="100000"/>
              </a:lnSpc>
              <a:buNone/>
            </a:pPr>
            <a:r>
              <a:rPr lang="es-ES" sz="1100" b="0" dirty="0">
                <a:solidFill>
                  <a:srgbClr val="404040"/>
                </a:solidFill>
                <a:latin typeface="Poppins"/>
                <a:cs typeface="Poppins"/>
              </a:rPr>
              <a:t>Texto de ejemplo.</a:t>
            </a:r>
            <a:endParaRPr lang="es-ES" sz="1100" dirty="0"/>
          </a:p>
        </p:txBody>
      </p:sp>
      <p:sp>
        <p:nvSpPr>
          <p:cNvPr id="20" name="Leyenda Jelou"/>
          <p:cNvSpPr/>
          <p:nvPr/>
        </p:nvSpPr>
        <p:spPr>
          <a:xfrm>
            <a:off x="685800" y="5041900"/>
            <a:ext cx="3314700" cy="368300"/>
          </a:xfrm>
          <a:prstGeom prst="roundRect">
            <a:avLst>
              <a:gd name="adj" fmla="val 50000"/>
            </a:avLst>
          </a:prstGeom>
          <a:solidFill>
            <a:srgbClr val="151C2A"/>
          </a:solidFill>
          <a:ln>
            <a:noFill/>
          </a:ln>
          <a:effectLst/>
        </p:spPr>
        <p:txBody>
          <a:bodyPr wrap="square" lIns="0" tIns="0" rIns="0" bIns="0" rtlCol="0" anchor="ctr">
            <a:noAutofit/>
          </a:bodyPr>
          <a:lstStyle/>
          <a:p>
            <a:pPr algn="ctr">
              <a:lnSpc>
                <a:spcPct val="100000"/>
              </a:lnSpc>
              <a:buNone/>
            </a:pPr>
            <a:r>
              <a:rPr lang="es-ES" sz="1100" b="0" dirty="0">
                <a:solidFill>
                  <a:srgbClr val="FFFFFF"/>
                </a:solidFill>
                <a:latin typeface="Poppins SemiBold"/>
                <a:cs typeface="Poppins SemiBold"/>
              </a:rPr>
              <a:t>Etapas 1–2: Jelou orquesta en WhatsApp</a:t>
            </a:r>
            <a:endParaRPr lang="es-ES" sz="1100" dirty="0"/>
          </a:p>
        </p:txBody>
      </p:sp>
      <p:sp>
        <p:nvSpPr>
          <p:cNvPr id="21" name="Leyenda otros"/>
          <p:cNvSpPr/>
          <p:nvPr/>
        </p:nvSpPr>
        <p:spPr>
          <a:xfrm>
            <a:off x="4178300" y="5041900"/>
            <a:ext cx="3365500" cy="368300"/>
          </a:xfrm>
          <a:prstGeom prst="roundRect">
            <a:avLst>
              <a:gd name="adj" fmla="val 50000"/>
            </a:avLst>
          </a:prstGeom>
          <a:noFill/>
          <a:ln w="12700">
            <a:solidFill>
              <a:srgbClr val="206C83"/>
            </a:solidFill>
          </a:ln>
          <a:effectLst/>
        </p:spPr>
        <p:txBody>
          <a:bodyPr wrap="square" lIns="0" tIns="0" rIns="0" bIns="0" rtlCol="0" anchor="ctr">
            <a:noAutofit/>
          </a:bodyPr>
          <a:lstStyle/>
          <a:p>
            <a:pPr algn="ctr">
              <a:lnSpc>
                <a:spcPct val="100000"/>
              </a:lnSpc>
              <a:buNone/>
            </a:pPr>
            <a:r>
              <a:rPr lang="es-ES" sz="1100" b="0" dirty="0">
                <a:solidFill>
                  <a:srgbClr val="206C83"/>
                </a:solidFill>
                <a:latin typeface="Poppins SemiBold"/>
                <a:cs typeface="Poppins SemiBold"/>
              </a:rPr>
              <a:t>Etapas 3–3: otras plataformas y el cliente</a:t>
            </a:r>
            <a:endParaRPr lang="es-E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BFF"/>
        </a:solidFill>
        <a:effectLst/>
      </p:bgPr>
    </p:bg>
    <p:spTree>
      <p:nvGrpSpPr>
        <p:cNvPr id="1" name=""/>
        <p:cNvGrpSpPr/>
        <p:nvPr/>
      </p:nvGrpSpPr>
      <p:grpSpPr>
        <a:xfrm>
          <a:off x="0" y="0"/>
          <a:ext cx="0" cy="0"/>
          <a:chOff x="0" y="0"/>
          <a:chExt cx="0" cy="0"/>
        </a:xfrm>
      </p:grpSpPr>
      <p:pic>
        <p:nvPicPr>
          <p:cNvPr id="2" name="Imagen 2" descr="Jelou"/>
          <p:cNvPicPr>
            <a:picLocks noChangeAspect="1"/>
          </p:cNvPicPr>
          <p:nvPr/>
        </p:nvPicPr>
        <p:blipFill>
          <a:blip r:embed="rId2"/>
          <a:stretch>
            <a:fillRect/>
          </a:stretch>
        </p:blipFill>
        <p:spPr>
          <a:xfrm>
            <a:off x="10591800" y="406400"/>
            <a:ext cx="914400" cy="235915"/>
          </a:xfrm>
          <a:prstGeom prst="rect">
            <a:avLst/>
          </a:prstGeom>
        </p:spPr>
      </p:pic>
      <p:cxnSp>
        <p:nvCxnSpPr>
          <p:cNvPr id="3" name="Conector 3"/>
          <p:cNvCxnSpPr/>
          <p:nvPr/>
        </p:nvCxnSpPr>
        <p:spPr>
          <a:xfrm>
            <a:off x="685800" y="1041400"/>
            <a:ext cx="254000" cy="0"/>
          </a:xfrm>
          <a:prstGeom prst="line">
            <a:avLst/>
          </a:prstGeom>
          <a:ln w="19050">
            <a:solidFill>
              <a:srgbClr val="00B4C7"/>
            </a:solidFill>
          </a:ln>
        </p:spPr>
      </p:cxnSp>
      <p:sp>
        <p:nvSpPr>
          <p:cNvPr id="4" name="Eyebrow"/>
          <p:cNvSpPr txBox="1"/>
          <p:nvPr/>
        </p:nvSpPr>
        <p:spPr>
          <a:xfrm>
            <a:off x="1054100" y="965200"/>
            <a:ext cx="7620000" cy="203200"/>
          </a:xfrm>
          <a:prstGeom prst="rect">
            <a:avLst/>
          </a:prstGeom>
          <a:noFill/>
        </p:spPr>
        <p:txBody>
          <a:bodyPr wrap="square" lIns="0" tIns="0" rIns="0" bIns="0" rtlCol="0" anchor="t">
            <a:noAutofit/>
          </a:bodyPr>
          <a:lstStyle/>
          <a:p>
            <a:pPr algn="l">
              <a:lnSpc>
                <a:spcPct val="100000"/>
              </a:lnSpc>
              <a:buNone/>
            </a:pPr>
            <a:r>
              <a:rPr lang="es-ES" sz="1100" b="0" spc="200" dirty="0">
                <a:solidFill>
                  <a:srgbClr val="00B4C7"/>
                </a:solidFill>
                <a:latin typeface="Poppins SemiBold"/>
                <a:cs typeface="Poppins SemiBold"/>
              </a:rPr>
              <a:t>BLOQUE 2 · ALCANCE DEL SOW</a:t>
            </a:r>
            <a:endParaRPr lang="es-ES" sz="1100" dirty="0"/>
          </a:p>
        </p:txBody>
      </p:sp>
      <p:sp>
        <p:nvSpPr>
          <p:cNvPr id="5" name="Título"/>
          <p:cNvSpPr txBox="1"/>
          <p:nvPr/>
        </p:nvSpPr>
        <p:spPr>
          <a:xfrm>
            <a:off x="685800" y="1320800"/>
            <a:ext cx="9359900" cy="533400"/>
          </a:xfrm>
          <a:prstGeom prst="rect">
            <a:avLst/>
          </a:prstGeom>
          <a:noFill/>
        </p:spPr>
        <p:txBody>
          <a:bodyPr wrap="square" lIns="0" tIns="0" rIns="0" bIns="0" rtlCol="0" anchor="t">
            <a:noAutofit/>
          </a:bodyPr>
          <a:lstStyle/>
          <a:p>
            <a:pPr algn="l">
              <a:lnSpc>
                <a:spcPct val="100000"/>
              </a:lnSpc>
              <a:buNone/>
            </a:pPr>
            <a:r>
              <a:rPr lang="es-ES" sz="2800" b="0" dirty="0">
                <a:solidFill>
                  <a:srgbClr val="151C2A"/>
                </a:solidFill>
                <a:latin typeface="Poppins SemiBold"/>
                <a:cs typeface="Poppins SemiBold"/>
              </a:rPr>
              <a:t>Los componentes que construye Jelou</a:t>
            </a:r>
            <a:endParaRPr lang="es-ES" sz="2800" dirty="0"/>
          </a:p>
        </p:txBody>
      </p:sp>
      <p:sp>
        <p:nvSpPr>
          <p:cNvPr id="6" name="Tarjeta"/>
          <p:cNvSpPr/>
          <p:nvPr/>
        </p:nvSpPr>
        <p:spPr>
          <a:xfrm>
            <a:off x="685800" y="2146300"/>
            <a:ext cx="3429000" cy="1968500"/>
          </a:xfrm>
          <a:prstGeom prst="roundRect">
            <a:avLst>
              <a:gd name="adj" fmla="val 6968"/>
            </a:avLst>
          </a:prstGeom>
          <a:solidFill>
            <a:srgbClr val="FFFFFF"/>
          </a:solidFill>
          <a:ln w="9525">
            <a:solidFill>
              <a:srgbClr val="D3EAF3"/>
            </a:solidFill>
          </a:ln>
          <a:effectLst/>
        </p:spPr>
        <p:txBody>
          <a:bodyPr rtlCol="0" anchor="ctr"/>
          <a:lstStyle/>
          <a:p>
            <a:endParaRPr lang="es-ES"/>
          </a:p>
        </p:txBody>
      </p:sp>
      <p:sp>
        <p:nvSpPr>
          <p:cNvPr id="7" name="Icono marco"/>
          <p:cNvSpPr/>
          <p:nvPr/>
        </p:nvSpPr>
        <p:spPr>
          <a:xfrm>
            <a:off x="939800" y="2374900"/>
            <a:ext cx="381000" cy="381000"/>
          </a:xfrm>
          <a:prstGeom prst="roundRect">
            <a:avLst>
              <a:gd name="adj" fmla="val 50000"/>
            </a:avLst>
          </a:prstGeom>
          <a:noFill/>
          <a:ln w="12700">
            <a:solidFill>
              <a:srgbClr val="00B4C7"/>
            </a:solidFill>
          </a:ln>
          <a:effectLst/>
        </p:spPr>
        <p:txBody>
          <a:bodyPr rtlCol="0" anchor="ctr"/>
          <a:lstStyle/>
          <a:p>
            <a:endParaRPr lang="es-ES"/>
          </a:p>
        </p:txBody>
      </p:sp>
      <p:pic>
        <p:nvPicPr>
          <p:cNvPr id="8" name="Imagen 8" descr="workflow"/>
          <p:cNvPicPr>
            <a:picLocks noChangeAspect="1"/>
          </p:cNvPicPr>
          <p:nvPr/>
        </p:nvPicPr>
        <p:blipFill>
          <a:blip r:embed="rId3"/>
          <a:stretch>
            <a:fillRect/>
          </a:stretch>
        </p:blipFill>
        <p:spPr>
          <a:xfrm>
            <a:off x="1028700" y="2463800"/>
            <a:ext cx="203200" cy="203200"/>
          </a:xfrm>
          <a:prstGeom prst="rect">
            <a:avLst/>
          </a:prstGeom>
        </p:spPr>
      </p:pic>
      <p:sp>
        <p:nvSpPr>
          <p:cNvPr id="9" name="Título de tarjeta"/>
          <p:cNvSpPr txBox="1"/>
          <p:nvPr/>
        </p:nvSpPr>
        <p:spPr>
          <a:xfrm>
            <a:off x="1447800" y="2374900"/>
            <a:ext cx="2514600" cy="381000"/>
          </a:xfrm>
          <a:prstGeom prst="rect">
            <a:avLst/>
          </a:prstGeom>
          <a:noFill/>
        </p:spPr>
        <p:txBody>
          <a:bodyPr wrap="square" lIns="0" tIns="0" rIns="0" bIns="0" rtlCol="0" anchor="ctr">
            <a:noAutofit/>
          </a:bodyPr>
          <a:lstStyle/>
          <a:p>
            <a:pPr algn="l">
              <a:lnSpc>
                <a:spcPct val="100000"/>
              </a:lnSpc>
              <a:buNone/>
            </a:pPr>
            <a:r>
              <a:rPr lang="es-ES" sz="1400" b="0" dirty="0">
                <a:solidFill>
                  <a:srgbClr val="151C2A"/>
                </a:solidFill>
                <a:latin typeface="Poppins SemiBold"/>
                <a:cs typeface="Poppins SemiBold"/>
              </a:rPr>
              <a:t>Componente</a:t>
            </a:r>
            <a:endParaRPr lang="es-ES" sz="1400" dirty="0"/>
          </a:p>
        </p:txBody>
      </p:sp>
      <p:sp>
        <p:nvSpPr>
          <p:cNvPr id="10" name="Texto"/>
          <p:cNvSpPr txBox="1"/>
          <p:nvPr/>
        </p:nvSpPr>
        <p:spPr>
          <a:xfrm>
            <a:off x="939800" y="2921000"/>
            <a:ext cx="2921000" cy="1016000"/>
          </a:xfrm>
          <a:prstGeom prst="rect">
            <a:avLst/>
          </a:prstGeom>
          <a:noFill/>
        </p:spPr>
        <p:txBody>
          <a:bodyPr wrap="square" lIns="0" tIns="0" rIns="0" bIns="0" rtlCol="0" anchor="t">
            <a:noAutofit/>
          </a:bodyPr>
          <a:lstStyle/>
          <a:p>
            <a:pPr algn="l">
              <a:lnSpc>
                <a:spcPct val="100000"/>
              </a:lnSpc>
              <a:spcAft>
                <a:spcPts val="400"/>
              </a:spcAft>
              <a:buNone/>
            </a:pPr>
            <a:r>
              <a:rPr lang="es-ES" sz="1200" b="0" dirty="0">
                <a:solidFill>
                  <a:srgbClr val="404040"/>
                </a:solidFill>
                <a:latin typeface="Poppins"/>
                <a:cs typeface="Poppins"/>
              </a:rPr>
              <a:t>Qué construye Jelou.</a:t>
            </a:r>
            <a:endParaRPr lang="es-E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BFF"/>
        </a:solidFill>
        <a:effectLst/>
      </p:bgPr>
    </p:bg>
    <p:spTree>
      <p:nvGrpSpPr>
        <p:cNvPr id="1" name=""/>
        <p:cNvGrpSpPr/>
        <p:nvPr/>
      </p:nvGrpSpPr>
      <p:grpSpPr>
        <a:xfrm>
          <a:off x="0" y="0"/>
          <a:ext cx="0" cy="0"/>
          <a:chOff x="0" y="0"/>
          <a:chExt cx="0" cy="0"/>
        </a:xfrm>
      </p:grpSpPr>
      <p:pic>
        <p:nvPicPr>
          <p:cNvPr id="2" name="Imagen 2" descr="Jelou"/>
          <p:cNvPicPr>
            <a:picLocks noChangeAspect="1"/>
          </p:cNvPicPr>
          <p:nvPr/>
        </p:nvPicPr>
        <p:blipFill>
          <a:blip r:embed="rId2"/>
          <a:stretch>
            <a:fillRect/>
          </a:stretch>
        </p:blipFill>
        <p:spPr>
          <a:xfrm>
            <a:off x="10591800" y="406400"/>
            <a:ext cx="914400" cy="235915"/>
          </a:xfrm>
          <a:prstGeom prst="rect">
            <a:avLst/>
          </a:prstGeom>
        </p:spPr>
      </p:pic>
      <p:cxnSp>
        <p:nvCxnSpPr>
          <p:cNvPr id="3" name="Conector 3"/>
          <p:cNvCxnSpPr/>
          <p:nvPr/>
        </p:nvCxnSpPr>
        <p:spPr>
          <a:xfrm>
            <a:off x="685800" y="1041400"/>
            <a:ext cx="254000" cy="0"/>
          </a:xfrm>
          <a:prstGeom prst="line">
            <a:avLst/>
          </a:prstGeom>
          <a:ln w="19050">
            <a:solidFill>
              <a:srgbClr val="00B4C7"/>
            </a:solidFill>
          </a:ln>
        </p:spPr>
      </p:cxnSp>
      <p:sp>
        <p:nvSpPr>
          <p:cNvPr id="4" name="Eyebrow"/>
          <p:cNvSpPr txBox="1"/>
          <p:nvPr/>
        </p:nvSpPr>
        <p:spPr>
          <a:xfrm>
            <a:off x="1054100" y="965200"/>
            <a:ext cx="7620000" cy="203200"/>
          </a:xfrm>
          <a:prstGeom prst="rect">
            <a:avLst/>
          </a:prstGeom>
          <a:noFill/>
        </p:spPr>
        <p:txBody>
          <a:bodyPr wrap="square" lIns="0" tIns="0" rIns="0" bIns="0" rtlCol="0" anchor="t">
            <a:noAutofit/>
          </a:bodyPr>
          <a:lstStyle/>
          <a:p>
            <a:pPr algn="l">
              <a:lnSpc>
                <a:spcPct val="100000"/>
              </a:lnSpc>
              <a:buNone/>
            </a:pPr>
            <a:r>
              <a:rPr lang="es-ES" sz="1100" b="0" spc="200" dirty="0">
                <a:solidFill>
                  <a:srgbClr val="00B4C7"/>
                </a:solidFill>
                <a:latin typeface="Poppins SemiBold"/>
                <a:cs typeface="Poppins SemiBold"/>
              </a:rPr>
              <a:t>BLOQUE 3 · ¿QUÉ INTERACTÚA?</a:t>
            </a:r>
            <a:endParaRPr lang="es-ES" sz="1100" dirty="0"/>
          </a:p>
        </p:txBody>
      </p:sp>
      <p:sp>
        <p:nvSpPr>
          <p:cNvPr id="5" name="Título"/>
          <p:cNvSpPr txBox="1"/>
          <p:nvPr/>
        </p:nvSpPr>
        <p:spPr>
          <a:xfrm>
            <a:off x="685800" y="1320800"/>
            <a:ext cx="9359900" cy="533400"/>
          </a:xfrm>
          <a:prstGeom prst="rect">
            <a:avLst/>
          </a:prstGeom>
          <a:noFill/>
        </p:spPr>
        <p:txBody>
          <a:bodyPr wrap="square" lIns="0" tIns="0" rIns="0" bIns="0" rtlCol="0" anchor="t">
            <a:noAutofit/>
          </a:bodyPr>
          <a:lstStyle/>
          <a:p>
            <a:pPr algn="l">
              <a:lnSpc>
                <a:spcPct val="100000"/>
              </a:lnSpc>
              <a:buNone/>
            </a:pPr>
            <a:r>
              <a:rPr lang="es-ES" sz="2800" b="0" dirty="0">
                <a:solidFill>
                  <a:srgbClr val="151C2A"/>
                </a:solidFill>
                <a:latin typeface="Poppins SemiBold"/>
                <a:cs typeface="Poppins SemiBold"/>
              </a:rPr>
              <a:t>Los actores del flujo</a:t>
            </a:r>
            <a:endParaRPr lang="es-ES" sz="2800" dirty="0"/>
          </a:p>
        </p:txBody>
      </p:sp>
      <p:sp>
        <p:nvSpPr>
          <p:cNvPr id="6" name="Tarjeta"/>
          <p:cNvSpPr/>
          <p:nvPr/>
        </p:nvSpPr>
        <p:spPr>
          <a:xfrm>
            <a:off x="685800" y="2146300"/>
            <a:ext cx="3429000" cy="1968500"/>
          </a:xfrm>
          <a:prstGeom prst="roundRect">
            <a:avLst>
              <a:gd name="adj" fmla="val 6968"/>
            </a:avLst>
          </a:prstGeom>
          <a:solidFill>
            <a:srgbClr val="E6F2F4"/>
          </a:solidFill>
          <a:ln w="9525">
            <a:solidFill>
              <a:srgbClr val="D3EAF3"/>
            </a:solidFill>
          </a:ln>
          <a:effectLst/>
        </p:spPr>
        <p:txBody>
          <a:bodyPr rtlCol="0" anchor="ctr"/>
          <a:lstStyle/>
          <a:p>
            <a:endParaRPr lang="es-ES"/>
          </a:p>
        </p:txBody>
      </p:sp>
      <p:sp>
        <p:nvSpPr>
          <p:cNvPr id="7" name="Icono marco"/>
          <p:cNvSpPr/>
          <p:nvPr/>
        </p:nvSpPr>
        <p:spPr>
          <a:xfrm>
            <a:off x="939800" y="2374900"/>
            <a:ext cx="381000" cy="381000"/>
          </a:xfrm>
          <a:prstGeom prst="roundRect">
            <a:avLst>
              <a:gd name="adj" fmla="val 50000"/>
            </a:avLst>
          </a:prstGeom>
          <a:noFill/>
          <a:ln w="12700">
            <a:solidFill>
              <a:srgbClr val="00B4C7"/>
            </a:solidFill>
          </a:ln>
          <a:effectLst/>
        </p:spPr>
        <p:txBody>
          <a:bodyPr rtlCol="0" anchor="ctr"/>
          <a:lstStyle/>
          <a:p>
            <a:endParaRPr lang="es-ES"/>
          </a:p>
        </p:txBody>
      </p:sp>
      <p:pic>
        <p:nvPicPr>
          <p:cNvPr id="8" name="Imagen 8" descr="user"/>
          <p:cNvPicPr>
            <a:picLocks noChangeAspect="1"/>
          </p:cNvPicPr>
          <p:nvPr/>
        </p:nvPicPr>
        <p:blipFill>
          <a:blip r:embed="rId3"/>
          <a:stretch>
            <a:fillRect/>
          </a:stretch>
        </p:blipFill>
        <p:spPr>
          <a:xfrm>
            <a:off x="1028700" y="2463800"/>
            <a:ext cx="203200" cy="203200"/>
          </a:xfrm>
          <a:prstGeom prst="rect">
            <a:avLst/>
          </a:prstGeom>
        </p:spPr>
      </p:pic>
      <p:sp>
        <p:nvSpPr>
          <p:cNvPr id="9" name="Título de tarjeta"/>
          <p:cNvSpPr txBox="1"/>
          <p:nvPr/>
        </p:nvSpPr>
        <p:spPr>
          <a:xfrm>
            <a:off x="1447800" y="2374900"/>
            <a:ext cx="2514600" cy="381000"/>
          </a:xfrm>
          <a:prstGeom prst="rect">
            <a:avLst/>
          </a:prstGeom>
          <a:noFill/>
        </p:spPr>
        <p:txBody>
          <a:bodyPr wrap="square" lIns="0" tIns="0" rIns="0" bIns="0" rtlCol="0" anchor="ctr">
            <a:noAutofit/>
          </a:bodyPr>
          <a:lstStyle/>
          <a:p>
            <a:pPr algn="l">
              <a:lnSpc>
                <a:spcPct val="100000"/>
              </a:lnSpc>
              <a:buNone/>
            </a:pPr>
            <a:r>
              <a:rPr lang="es-ES" sz="1400" b="0" dirty="0">
                <a:solidFill>
                  <a:srgbClr val="151C2A"/>
                </a:solidFill>
                <a:latin typeface="Poppins SemiBold"/>
                <a:cs typeface="Poppins SemiBold"/>
              </a:rPr>
              <a:t>Actor</a:t>
            </a:r>
            <a:endParaRPr lang="es-ES" sz="1400" dirty="0"/>
          </a:p>
        </p:txBody>
      </p:sp>
      <p:sp>
        <p:nvSpPr>
          <p:cNvPr id="10" name="Texto"/>
          <p:cNvSpPr txBox="1"/>
          <p:nvPr/>
        </p:nvSpPr>
        <p:spPr>
          <a:xfrm>
            <a:off x="939800" y="2921000"/>
            <a:ext cx="2921000" cy="1016000"/>
          </a:xfrm>
          <a:prstGeom prst="rect">
            <a:avLst/>
          </a:prstGeom>
          <a:noFill/>
        </p:spPr>
        <p:txBody>
          <a:bodyPr wrap="square" lIns="0" tIns="0" rIns="0" bIns="0" rtlCol="0" anchor="t">
            <a:noAutofit/>
          </a:bodyPr>
          <a:lstStyle/>
          <a:p>
            <a:pPr algn="l">
              <a:lnSpc>
                <a:spcPct val="100000"/>
              </a:lnSpc>
              <a:spcAft>
                <a:spcPts val="400"/>
              </a:spcAft>
              <a:buNone/>
            </a:pPr>
            <a:r>
              <a:rPr lang="es-ES" sz="1200" b="0" dirty="0">
                <a:solidFill>
                  <a:srgbClr val="404040"/>
                </a:solidFill>
                <a:latin typeface="Poppins"/>
                <a:cs typeface="Poppins"/>
              </a:rPr>
              <a:t>Qué hace en el flujo.</a:t>
            </a:r>
            <a:endParaRPr lang="es-E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BFF"/>
        </a:solidFill>
        <a:effectLst/>
      </p:bgPr>
    </p:bg>
    <p:spTree>
      <p:nvGrpSpPr>
        <p:cNvPr id="1" name=""/>
        <p:cNvGrpSpPr/>
        <p:nvPr/>
      </p:nvGrpSpPr>
      <p:grpSpPr>
        <a:xfrm>
          <a:off x="0" y="0"/>
          <a:ext cx="0" cy="0"/>
          <a:chOff x="0" y="0"/>
          <a:chExt cx="0" cy="0"/>
        </a:xfrm>
      </p:grpSpPr>
      <p:pic>
        <p:nvPicPr>
          <p:cNvPr id="2" name="Imagen 2" descr="Jelou"/>
          <p:cNvPicPr>
            <a:picLocks noChangeAspect="1"/>
          </p:cNvPicPr>
          <p:nvPr/>
        </p:nvPicPr>
        <p:blipFill>
          <a:blip r:embed="rId2"/>
          <a:stretch>
            <a:fillRect/>
          </a:stretch>
        </p:blipFill>
        <p:spPr>
          <a:xfrm>
            <a:off x="10591800" y="406400"/>
            <a:ext cx="914400" cy="235915"/>
          </a:xfrm>
          <a:prstGeom prst="rect">
            <a:avLst/>
          </a:prstGeom>
        </p:spPr>
      </p:pic>
      <p:cxnSp>
        <p:nvCxnSpPr>
          <p:cNvPr id="3" name="Conector 3"/>
          <p:cNvCxnSpPr/>
          <p:nvPr/>
        </p:nvCxnSpPr>
        <p:spPr>
          <a:xfrm>
            <a:off x="685800" y="1041400"/>
            <a:ext cx="254000" cy="0"/>
          </a:xfrm>
          <a:prstGeom prst="line">
            <a:avLst/>
          </a:prstGeom>
          <a:ln w="19050">
            <a:solidFill>
              <a:srgbClr val="00B4C7"/>
            </a:solidFill>
          </a:ln>
        </p:spPr>
      </p:cxnSp>
      <p:sp>
        <p:nvSpPr>
          <p:cNvPr id="4" name="Eyebrow"/>
          <p:cNvSpPr txBox="1"/>
          <p:nvPr/>
        </p:nvSpPr>
        <p:spPr>
          <a:xfrm>
            <a:off x="1054100" y="965200"/>
            <a:ext cx="7620000" cy="203200"/>
          </a:xfrm>
          <a:prstGeom prst="rect">
            <a:avLst/>
          </a:prstGeom>
          <a:noFill/>
        </p:spPr>
        <p:txBody>
          <a:bodyPr wrap="square" lIns="0" tIns="0" rIns="0" bIns="0" rtlCol="0" anchor="t">
            <a:noAutofit/>
          </a:bodyPr>
          <a:lstStyle/>
          <a:p>
            <a:pPr algn="l">
              <a:lnSpc>
                <a:spcPct val="100000"/>
              </a:lnSpc>
              <a:buNone/>
            </a:pPr>
            <a:r>
              <a:rPr lang="es-ES" sz="1100" b="0" spc="200" dirty="0">
                <a:solidFill>
                  <a:srgbClr val="00B4C7"/>
                </a:solidFill>
                <a:latin typeface="Poppins SemiBold"/>
                <a:cs typeface="Poppins SemiBold"/>
              </a:rPr>
              <a:t>BLOQUE 3 · FLUJO DE PUNTA A PUNTA</a:t>
            </a:r>
            <a:endParaRPr lang="es-ES" sz="1100" dirty="0"/>
          </a:p>
        </p:txBody>
      </p:sp>
      <p:sp>
        <p:nvSpPr>
          <p:cNvPr id="5" name="Título"/>
          <p:cNvSpPr txBox="1"/>
          <p:nvPr/>
        </p:nvSpPr>
        <p:spPr>
          <a:xfrm>
            <a:off x="685800" y="1320800"/>
            <a:ext cx="9359900" cy="533400"/>
          </a:xfrm>
          <a:prstGeom prst="rect">
            <a:avLst/>
          </a:prstGeom>
          <a:noFill/>
        </p:spPr>
        <p:txBody>
          <a:bodyPr wrap="square" lIns="0" tIns="0" rIns="0" bIns="0" rtlCol="0" anchor="t">
            <a:noAutofit/>
          </a:bodyPr>
          <a:lstStyle/>
          <a:p>
            <a:pPr algn="l">
              <a:lnSpc>
                <a:spcPct val="100000"/>
              </a:lnSpc>
              <a:buNone/>
            </a:pPr>
            <a:r>
              <a:rPr lang="es-ES" sz="2800" b="0" dirty="0">
                <a:solidFill>
                  <a:srgbClr val="151C2A"/>
                </a:solidFill>
                <a:latin typeface="Poppins SemiBold"/>
                <a:cs typeface="Poppins SemiBold"/>
              </a:rPr>
              <a:t>Flujo de punta a punta</a:t>
            </a:r>
            <a:endParaRPr lang="es-ES" sz="2800" dirty="0"/>
          </a:p>
        </p:txBody>
      </p:sp>
      <p:cxnSp>
        <p:nvCxnSpPr>
          <p:cNvPr id="6" name="Conector 6"/>
          <p:cNvCxnSpPr/>
          <p:nvPr/>
        </p:nvCxnSpPr>
        <p:spPr>
          <a:xfrm>
            <a:off x="3441700" y="3835400"/>
            <a:ext cx="1701800" cy="0"/>
          </a:xfrm>
          <a:prstGeom prst="straightConnector1">
            <a:avLst/>
          </a:prstGeom>
          <a:ln w="15875">
            <a:solidFill>
              <a:srgbClr val="206C83"/>
            </a:solidFill>
            <a:tailEnd type="triangle" w="med" len="med"/>
          </a:ln>
        </p:spPr>
      </p:cxnSp>
      <p:cxnSp>
        <p:nvCxnSpPr>
          <p:cNvPr id="7" name="Conector 7"/>
          <p:cNvCxnSpPr/>
          <p:nvPr/>
        </p:nvCxnSpPr>
        <p:spPr>
          <a:xfrm>
            <a:off x="7048500" y="3835400"/>
            <a:ext cx="1701800" cy="0"/>
          </a:xfrm>
          <a:prstGeom prst="straightConnector1">
            <a:avLst/>
          </a:prstGeom>
          <a:ln w="15875">
            <a:solidFill>
              <a:srgbClr val="206C83"/>
            </a:solidFill>
            <a:tailEnd type="triangle" w="med" len="med"/>
          </a:ln>
        </p:spPr>
      </p:cxnSp>
      <p:sp>
        <p:nvSpPr>
          <p:cNvPr id="8" name="Hito"/>
          <p:cNvSpPr/>
          <p:nvPr/>
        </p:nvSpPr>
        <p:spPr>
          <a:xfrm>
            <a:off x="1536700" y="3467100"/>
            <a:ext cx="1905000" cy="736600"/>
          </a:xfrm>
          <a:prstGeom prst="roundRect">
            <a:avLst>
              <a:gd name="adj" fmla="val 20690"/>
            </a:avLst>
          </a:prstGeom>
          <a:solidFill>
            <a:srgbClr val="E6F2F4"/>
          </a:solidFill>
          <a:ln w="15875">
            <a:solidFill>
              <a:srgbClr val="00B4C7"/>
            </a:solidFill>
          </a:ln>
          <a:effectLst/>
        </p:spPr>
        <p:txBody>
          <a:bodyPr wrap="square" lIns="88900" tIns="88900" rIns="88900" bIns="88900" rtlCol="0" anchor="ctr">
            <a:noAutofit/>
          </a:bodyPr>
          <a:lstStyle/>
          <a:p>
            <a:pPr algn="ctr">
              <a:lnSpc>
                <a:spcPct val="100000"/>
              </a:lnSpc>
              <a:buNone/>
            </a:pPr>
            <a:r>
              <a:rPr lang="es-ES" sz="1200" b="0" dirty="0">
                <a:solidFill>
                  <a:srgbClr val="151C2A"/>
                </a:solidFill>
                <a:latin typeface="Poppins SemiBold"/>
                <a:cs typeface="Poppins SemiBold"/>
              </a:rPr>
              <a:t>El usuario inicia</a:t>
            </a:r>
            <a:endParaRPr lang="es-ES" sz="1200" dirty="0"/>
          </a:p>
        </p:txBody>
      </p:sp>
      <p:sp>
        <p:nvSpPr>
          <p:cNvPr id="9" name="Entrada"/>
          <p:cNvSpPr txBox="1"/>
          <p:nvPr/>
        </p:nvSpPr>
        <p:spPr>
          <a:xfrm>
            <a:off x="1435100" y="4241800"/>
            <a:ext cx="2108200" cy="177800"/>
          </a:xfrm>
          <a:prstGeom prst="rect">
            <a:avLst/>
          </a:prstGeom>
          <a:noFill/>
        </p:spPr>
        <p:txBody>
          <a:bodyPr wrap="square" lIns="0" tIns="0" rIns="0" bIns="0" rtlCol="0" anchor="t">
            <a:noAutofit/>
          </a:bodyPr>
          <a:lstStyle/>
          <a:p>
            <a:pPr algn="ctr">
              <a:lnSpc>
                <a:spcPct val="100000"/>
              </a:lnSpc>
              <a:buNone/>
            </a:pPr>
            <a:r>
              <a:rPr lang="es-ES" sz="1000" b="0" dirty="0">
                <a:solidFill>
                  <a:srgbClr val="206C83"/>
                </a:solidFill>
                <a:latin typeface="Poppins Medium"/>
                <a:cs typeface="Poppins Medium"/>
              </a:rPr>
              <a:t>Inbound</a:t>
            </a:r>
            <a:endParaRPr lang="es-ES" sz="1000" dirty="0"/>
          </a:p>
        </p:txBody>
      </p:sp>
      <p:sp>
        <p:nvSpPr>
          <p:cNvPr id="10" name="Hito"/>
          <p:cNvSpPr/>
          <p:nvPr/>
        </p:nvSpPr>
        <p:spPr>
          <a:xfrm>
            <a:off x="5143500" y="3467100"/>
            <a:ext cx="1905000" cy="736600"/>
          </a:xfrm>
          <a:prstGeom prst="roundRect">
            <a:avLst>
              <a:gd name="adj" fmla="val 20690"/>
            </a:avLst>
          </a:prstGeom>
          <a:solidFill>
            <a:srgbClr val="E6F2F4"/>
          </a:solidFill>
          <a:ln w="15875">
            <a:solidFill>
              <a:srgbClr val="00B4C7"/>
            </a:solidFill>
          </a:ln>
          <a:effectLst/>
        </p:spPr>
        <p:txBody>
          <a:bodyPr wrap="square" lIns="88900" tIns="88900" rIns="88900" bIns="88900" rtlCol="0" anchor="ctr">
            <a:noAutofit/>
          </a:bodyPr>
          <a:lstStyle/>
          <a:p>
            <a:pPr algn="ctr">
              <a:lnSpc>
                <a:spcPct val="100000"/>
              </a:lnSpc>
              <a:buNone/>
            </a:pPr>
            <a:r>
              <a:rPr lang="es-ES" sz="1200" b="0" dirty="0">
                <a:solidFill>
                  <a:srgbClr val="151C2A"/>
                </a:solidFill>
                <a:latin typeface="Poppins SemiBold"/>
                <a:cs typeface="Poppins SemiBold"/>
              </a:rPr>
              <a:t>Proceso del negocio</a:t>
            </a:r>
            <a:endParaRPr lang="es-ES" sz="1200" dirty="0"/>
          </a:p>
        </p:txBody>
      </p:sp>
      <p:sp>
        <p:nvSpPr>
          <p:cNvPr id="11" name="Hito"/>
          <p:cNvSpPr/>
          <p:nvPr/>
        </p:nvSpPr>
        <p:spPr>
          <a:xfrm>
            <a:off x="8750300" y="3467100"/>
            <a:ext cx="1905000" cy="736600"/>
          </a:xfrm>
          <a:prstGeom prst="roundRect">
            <a:avLst>
              <a:gd name="adj" fmla="val 20690"/>
            </a:avLst>
          </a:prstGeom>
          <a:solidFill>
            <a:srgbClr val="151C2A"/>
          </a:solidFill>
          <a:ln>
            <a:noFill/>
          </a:ln>
          <a:effectLst/>
        </p:spPr>
        <p:txBody>
          <a:bodyPr wrap="square" lIns="88900" tIns="88900" rIns="88900" bIns="88900" rtlCol="0" anchor="ctr">
            <a:noAutofit/>
          </a:bodyPr>
          <a:lstStyle/>
          <a:p>
            <a:pPr algn="ctr">
              <a:lnSpc>
                <a:spcPct val="100000"/>
              </a:lnSpc>
              <a:buNone/>
            </a:pPr>
            <a:r>
              <a:rPr lang="es-ES" sz="1200" b="0" dirty="0">
                <a:solidFill>
                  <a:srgbClr val="FFFFFF"/>
                </a:solidFill>
                <a:latin typeface="Poppins SemiBold"/>
                <a:cs typeface="Poppins SemiBold"/>
              </a:rPr>
              <a:t>Resultado</a:t>
            </a:r>
            <a:endParaRPr lang="es-ES" sz="1200" dirty="0"/>
          </a:p>
        </p:txBody>
      </p:sp>
      <p:sp>
        <p:nvSpPr>
          <p:cNvPr id="12" name="Nota"/>
          <p:cNvSpPr txBox="1"/>
          <p:nvPr/>
        </p:nvSpPr>
        <p:spPr>
          <a:xfrm>
            <a:off x="685800" y="6083300"/>
            <a:ext cx="10820400" cy="368300"/>
          </a:xfrm>
          <a:prstGeom prst="rect">
            <a:avLst/>
          </a:prstGeom>
          <a:noFill/>
        </p:spPr>
        <p:txBody>
          <a:bodyPr wrap="square" lIns="0" tIns="0" rIns="0" bIns="0" rtlCol="0" anchor="t">
            <a:noAutofit/>
          </a:bodyPr>
          <a:lstStyle/>
          <a:p>
            <a:pPr algn="l">
              <a:lnSpc>
                <a:spcPct val="100000"/>
              </a:lnSpc>
              <a:buNone/>
            </a:pPr>
            <a:r>
              <a:rPr lang="es-ES" sz="1200" b="0" dirty="0">
                <a:solidFill>
                  <a:srgbClr val="151C2A"/>
                </a:solidFill>
                <a:latin typeface="Poppins SemiBold"/>
                <a:cs typeface="Poppins SemiBold"/>
              </a:rPr>
              <a:t>Nota del flujo de punta a punta.</a:t>
            </a:r>
            <a:endParaRPr lang="es-E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BFF"/>
        </a:solidFill>
        <a:effectLst/>
      </p:bgPr>
    </p:bg>
    <p:spTree>
      <p:nvGrpSpPr>
        <p:cNvPr id="1" name=""/>
        <p:cNvGrpSpPr/>
        <p:nvPr/>
      </p:nvGrpSpPr>
      <p:grpSpPr>
        <a:xfrm>
          <a:off x="0" y="0"/>
          <a:ext cx="0" cy="0"/>
          <a:chOff x="0" y="0"/>
          <a:chExt cx="0" cy="0"/>
        </a:xfrm>
      </p:grpSpPr>
      <p:pic>
        <p:nvPicPr>
          <p:cNvPr id="2" name="Imagen 2" descr="Jelou"/>
          <p:cNvPicPr>
            <a:picLocks noChangeAspect="1"/>
          </p:cNvPicPr>
          <p:nvPr/>
        </p:nvPicPr>
        <p:blipFill>
          <a:blip r:embed="rId2"/>
          <a:stretch>
            <a:fillRect/>
          </a:stretch>
        </p:blipFill>
        <p:spPr>
          <a:xfrm>
            <a:off x="10591800" y="406400"/>
            <a:ext cx="914400" cy="235915"/>
          </a:xfrm>
          <a:prstGeom prst="rect">
            <a:avLst/>
          </a:prstGeom>
        </p:spPr>
      </p:pic>
      <p:cxnSp>
        <p:nvCxnSpPr>
          <p:cNvPr id="3" name="Conector 3"/>
          <p:cNvCxnSpPr/>
          <p:nvPr/>
        </p:nvCxnSpPr>
        <p:spPr>
          <a:xfrm>
            <a:off x="685800" y="1041400"/>
            <a:ext cx="254000" cy="0"/>
          </a:xfrm>
          <a:prstGeom prst="line">
            <a:avLst/>
          </a:prstGeom>
          <a:ln w="19050">
            <a:solidFill>
              <a:srgbClr val="00B4C7"/>
            </a:solidFill>
          </a:ln>
        </p:spPr>
      </p:cxnSp>
      <p:sp>
        <p:nvSpPr>
          <p:cNvPr id="4" name="Eyebrow"/>
          <p:cNvSpPr txBox="1"/>
          <p:nvPr/>
        </p:nvSpPr>
        <p:spPr>
          <a:xfrm>
            <a:off x="1054100" y="965200"/>
            <a:ext cx="7620000" cy="203200"/>
          </a:xfrm>
          <a:prstGeom prst="rect">
            <a:avLst/>
          </a:prstGeom>
          <a:noFill/>
        </p:spPr>
        <p:txBody>
          <a:bodyPr wrap="square" lIns="0" tIns="0" rIns="0" bIns="0" rtlCol="0" anchor="t">
            <a:noAutofit/>
          </a:bodyPr>
          <a:lstStyle/>
          <a:p>
            <a:pPr algn="l">
              <a:lnSpc>
                <a:spcPct val="100000"/>
              </a:lnSpc>
              <a:buNone/>
            </a:pPr>
            <a:r>
              <a:rPr lang="es-ES" sz="1100" b="0" spc="200" dirty="0">
                <a:solidFill>
                  <a:srgbClr val="00B4C7"/>
                </a:solidFill>
                <a:latin typeface="Poppins SemiBold"/>
                <a:cs typeface="Poppins SemiBold"/>
              </a:rPr>
              <a:t>BLOQUE 3 · DETALLE TÉCNICO</a:t>
            </a:r>
            <a:endParaRPr lang="es-ES" sz="1100" dirty="0"/>
          </a:p>
        </p:txBody>
      </p:sp>
      <p:sp>
        <p:nvSpPr>
          <p:cNvPr id="5" name="Título"/>
          <p:cNvSpPr txBox="1"/>
          <p:nvPr/>
        </p:nvSpPr>
        <p:spPr>
          <a:xfrm>
            <a:off x="685800" y="1320800"/>
            <a:ext cx="9359900" cy="533400"/>
          </a:xfrm>
          <a:prstGeom prst="rect">
            <a:avLst/>
          </a:prstGeom>
          <a:noFill/>
        </p:spPr>
        <p:txBody>
          <a:bodyPr wrap="square" lIns="0" tIns="0" rIns="0" bIns="0" rtlCol="0" anchor="t">
            <a:noAutofit/>
          </a:bodyPr>
          <a:lstStyle/>
          <a:p>
            <a:pPr algn="l">
              <a:lnSpc>
                <a:spcPct val="100000"/>
              </a:lnSpc>
              <a:buNone/>
            </a:pPr>
            <a:r>
              <a:rPr lang="es-ES" sz="2800" b="0" dirty="0">
                <a:solidFill>
                  <a:srgbClr val="151C2A"/>
                </a:solidFill>
                <a:latin typeface="Poppins SemiBold"/>
                <a:cs typeface="Poppins SemiBold"/>
              </a:rPr>
              <a:t>Quién llama a quién</a:t>
            </a:r>
            <a:endParaRPr lang="es-ES" sz="2800" dirty="0"/>
          </a:p>
        </p:txBody>
      </p:sp>
      <p:graphicFrame>
        <p:nvGraphicFramePr>
          <p:cNvPr id="6" name="Tabla 6"/>
          <p:cNvGraphicFramePr>
            <a:graphicFrameLocks noGrp="1"/>
          </p:cNvGraphicFramePr>
          <p:nvPr/>
        </p:nvGraphicFramePr>
        <p:xfrm>
          <a:off x="685800" y="2197100"/>
          <a:ext cx="10820400" cy="711200"/>
        </p:xfrm>
        <a:graphic>
          <a:graphicData uri="http://schemas.openxmlformats.org/drawingml/2006/table">
            <a:tbl>
              <a:tblPr firstRow="1"/>
              <a:tblGrid>
                <a:gridCol w="431800"/>
                <a:gridCol w="2159000"/>
                <a:gridCol w="5080000"/>
                <a:gridCol w="3149600"/>
              </a:tblGrid>
              <a:tr h="355600">
                <a:tc>
                  <a:txBody>
                    <a:bodyPr wrap="square"/>
                    <a:lstStyle/>
                    <a:p>
                      <a:pPr algn="l">
                        <a:lnSpc>
                          <a:spcPct val="100000"/>
                        </a:lnSpc>
                        <a:buNone/>
                      </a:pPr>
                      <a:r>
                        <a:rPr lang="es-ES" sz="1000" b="0" dirty="0">
                          <a:solidFill>
                            <a:srgbClr val="FFFFFF"/>
                          </a:solidFill>
                          <a:latin typeface="Poppins SemiBold"/>
                          <a:cs typeface="Poppins SemiBold"/>
                        </a:rPr>
                        <a:t>#</a:t>
                      </a:r>
                      <a:endParaRPr lang="es-ES" sz="1000" dirty="0"/>
                    </a:p>
                  </a:txBody>
                  <a:tcPr marL="101600" marR="101600" marT="45720" marB="45720" anchor="ctr">
                    <a:lnL w="6350">
                      <a:solidFill>
                        <a:srgbClr val="D3EAF3"/>
                      </a:solidFill>
                    </a:lnL>
                    <a:lnR w="6350">
                      <a:solidFill>
                        <a:srgbClr val="D3EAF3"/>
                      </a:solidFill>
                    </a:lnR>
                    <a:lnT w="6350">
                      <a:solidFill>
                        <a:srgbClr val="D3EAF3"/>
                      </a:solidFill>
                    </a:lnT>
                    <a:lnB w="6350">
                      <a:solidFill>
                        <a:srgbClr val="D3EAF3"/>
                      </a:solidFill>
                    </a:lnB>
                    <a:solidFill>
                      <a:srgbClr val="151C2A"/>
                    </a:solidFill>
                  </a:tcPr>
                </a:tc>
                <a:tc>
                  <a:txBody>
                    <a:bodyPr wrap="square"/>
                    <a:lstStyle/>
                    <a:p>
                      <a:pPr algn="l">
                        <a:lnSpc>
                          <a:spcPct val="100000"/>
                        </a:lnSpc>
                        <a:buNone/>
                      </a:pPr>
                      <a:r>
                        <a:rPr lang="es-ES" sz="1000" b="0" dirty="0">
                          <a:solidFill>
                            <a:srgbClr val="FFFFFF"/>
                          </a:solidFill>
                          <a:latin typeface="Poppins SemiBold"/>
                          <a:cs typeface="Poppins SemiBold"/>
                        </a:rPr>
                        <a:t>De → A</a:t>
                      </a:r>
                      <a:endParaRPr lang="es-ES" sz="1000" dirty="0"/>
                    </a:p>
                  </a:txBody>
                  <a:tcPr marL="101600" marR="101600" marT="45720" marB="45720" anchor="ctr">
                    <a:lnL w="6350">
                      <a:solidFill>
                        <a:srgbClr val="D3EAF3"/>
                      </a:solidFill>
                    </a:lnL>
                    <a:lnR w="6350">
                      <a:solidFill>
                        <a:srgbClr val="D3EAF3"/>
                      </a:solidFill>
                    </a:lnR>
                    <a:lnT w="6350">
                      <a:solidFill>
                        <a:srgbClr val="D3EAF3"/>
                      </a:solidFill>
                    </a:lnT>
                    <a:lnB w="6350">
                      <a:solidFill>
                        <a:srgbClr val="D3EAF3"/>
                      </a:solidFill>
                    </a:lnB>
                    <a:solidFill>
                      <a:srgbClr val="151C2A"/>
                    </a:solidFill>
                  </a:tcPr>
                </a:tc>
                <a:tc>
                  <a:txBody>
                    <a:bodyPr wrap="square"/>
                    <a:lstStyle/>
                    <a:p>
                      <a:pPr algn="l">
                        <a:lnSpc>
                          <a:spcPct val="100000"/>
                        </a:lnSpc>
                        <a:buNone/>
                      </a:pPr>
                      <a:r>
                        <a:rPr lang="es-ES" sz="1000" b="0" dirty="0">
                          <a:solidFill>
                            <a:srgbClr val="FFFFFF"/>
                          </a:solidFill>
                          <a:latin typeface="Poppins SemiBold"/>
                          <a:cs typeface="Poppins SemiBold"/>
                        </a:rPr>
                        <a:t>Qué viaja</a:t>
                      </a:r>
                      <a:endParaRPr lang="es-ES" sz="1000" dirty="0"/>
                    </a:p>
                  </a:txBody>
                  <a:tcPr marL="101600" marR="101600" marT="45720" marB="45720" anchor="ctr">
                    <a:lnL w="6350">
                      <a:solidFill>
                        <a:srgbClr val="D3EAF3"/>
                      </a:solidFill>
                    </a:lnL>
                    <a:lnR w="6350">
                      <a:solidFill>
                        <a:srgbClr val="D3EAF3"/>
                      </a:solidFill>
                    </a:lnR>
                    <a:lnT w="6350">
                      <a:solidFill>
                        <a:srgbClr val="D3EAF3"/>
                      </a:solidFill>
                    </a:lnT>
                    <a:lnB w="6350">
                      <a:solidFill>
                        <a:srgbClr val="D3EAF3"/>
                      </a:solidFill>
                    </a:lnB>
                    <a:solidFill>
                      <a:srgbClr val="151C2A"/>
                    </a:solidFill>
                  </a:tcPr>
                </a:tc>
                <a:tc>
                  <a:txBody>
                    <a:bodyPr wrap="square"/>
                    <a:lstStyle/>
                    <a:p>
                      <a:pPr algn="l">
                        <a:lnSpc>
                          <a:spcPct val="100000"/>
                        </a:lnSpc>
                        <a:buNone/>
                      </a:pPr>
                      <a:r>
                        <a:rPr lang="es-ES" sz="1000" b="0" dirty="0">
                          <a:solidFill>
                            <a:srgbClr val="FFFFFF"/>
                          </a:solidFill>
                          <a:latin typeface="Poppins SemiBold"/>
                          <a:cs typeface="Poppins SemiBold"/>
                        </a:rPr>
                        <a:t>Mecanismo</a:t>
                      </a:r>
                      <a:endParaRPr lang="es-ES" sz="1000" dirty="0"/>
                    </a:p>
                  </a:txBody>
                  <a:tcPr marL="101600" marR="101600" marT="45720" marB="45720" anchor="ctr">
                    <a:lnL w="6350">
                      <a:solidFill>
                        <a:srgbClr val="D3EAF3"/>
                      </a:solidFill>
                    </a:lnL>
                    <a:lnR w="6350">
                      <a:solidFill>
                        <a:srgbClr val="D3EAF3"/>
                      </a:solidFill>
                    </a:lnR>
                    <a:lnT w="6350">
                      <a:solidFill>
                        <a:srgbClr val="D3EAF3"/>
                      </a:solidFill>
                    </a:lnT>
                    <a:lnB w="6350">
                      <a:solidFill>
                        <a:srgbClr val="D3EAF3"/>
                      </a:solidFill>
                    </a:lnB>
                    <a:solidFill>
                      <a:srgbClr val="151C2A"/>
                    </a:solidFill>
                  </a:tcPr>
                </a:tc>
              </a:tr>
              <a:tr h="355600">
                <a:tc>
                  <a:txBody>
                    <a:bodyPr wrap="square"/>
                    <a:lstStyle/>
                    <a:p>
                      <a:pPr algn="l">
                        <a:lnSpc>
                          <a:spcPct val="100000"/>
                        </a:lnSpc>
                        <a:buNone/>
                      </a:pPr>
                      <a:r>
                        <a:rPr lang="es-ES" sz="1100" b="0" dirty="0">
                          <a:solidFill>
                            <a:srgbClr val="404040"/>
                          </a:solidFill>
                          <a:latin typeface="Poppins"/>
                          <a:cs typeface="Poppins"/>
                        </a:rPr>
                        <a:t>1</a:t>
                      </a:r>
                      <a:endParaRPr lang="es-ES" sz="1100" dirty="0"/>
                    </a:p>
                  </a:txBody>
                  <a:tcPr marL="101600" marR="101600" marT="45720" marB="45720" anchor="ctr">
                    <a:lnL w="6350">
                      <a:solidFill>
                        <a:srgbClr val="D3EAF3"/>
                      </a:solidFill>
                    </a:lnL>
                    <a:lnR w="6350">
                      <a:solidFill>
                        <a:srgbClr val="D3EAF3"/>
                      </a:solidFill>
                    </a:lnR>
                    <a:lnT w="6350">
                      <a:solidFill>
                        <a:srgbClr val="D3EAF3"/>
                      </a:solidFill>
                    </a:lnT>
                    <a:lnB w="6350">
                      <a:solidFill>
                        <a:srgbClr val="D3EAF3"/>
                      </a:solidFill>
                    </a:lnB>
                    <a:solidFill>
                      <a:srgbClr val="FFFFFF"/>
                    </a:solidFill>
                  </a:tcPr>
                </a:tc>
                <a:tc>
                  <a:txBody>
                    <a:bodyPr wrap="square"/>
                    <a:lstStyle/>
                    <a:p>
                      <a:pPr algn="l">
                        <a:lnSpc>
                          <a:spcPct val="100000"/>
                        </a:lnSpc>
                        <a:buNone/>
                      </a:pPr>
                      <a:r>
                        <a:rPr lang="es-ES" sz="1100" b="0" dirty="0">
                          <a:solidFill>
                            <a:srgbClr val="404040"/>
                          </a:solidFill>
                          <a:latin typeface="Poppins"/>
                          <a:cs typeface="Poppins"/>
                        </a:rPr>
                        <a:t>Actor A → Actor B</a:t>
                      </a:r>
                      <a:endParaRPr lang="es-ES" sz="1100" dirty="0"/>
                    </a:p>
                  </a:txBody>
                  <a:tcPr marL="101600" marR="101600" marT="45720" marB="45720" anchor="ctr">
                    <a:lnL w="6350">
                      <a:solidFill>
                        <a:srgbClr val="D3EAF3"/>
                      </a:solidFill>
                    </a:lnL>
                    <a:lnR w="6350">
                      <a:solidFill>
                        <a:srgbClr val="D3EAF3"/>
                      </a:solidFill>
                    </a:lnR>
                    <a:lnT w="6350">
                      <a:solidFill>
                        <a:srgbClr val="D3EAF3"/>
                      </a:solidFill>
                    </a:lnT>
                    <a:lnB w="6350">
                      <a:solidFill>
                        <a:srgbClr val="D3EAF3"/>
                      </a:solidFill>
                    </a:lnB>
                    <a:solidFill>
                      <a:srgbClr val="FFFFFF"/>
                    </a:solidFill>
                  </a:tcPr>
                </a:tc>
                <a:tc>
                  <a:txBody>
                    <a:bodyPr wrap="square"/>
                    <a:lstStyle/>
                    <a:p>
                      <a:pPr algn="l">
                        <a:lnSpc>
                          <a:spcPct val="100000"/>
                        </a:lnSpc>
                        <a:buNone/>
                      </a:pPr>
                      <a:r>
                        <a:rPr lang="es-ES" sz="1100" b="0" dirty="0">
                          <a:solidFill>
                            <a:srgbClr val="404040"/>
                          </a:solidFill>
                          <a:latin typeface="Poppins"/>
                          <a:cs typeface="Poppins"/>
                        </a:rPr>
                        <a:t>Qué viaja</a:t>
                      </a:r>
                      <a:endParaRPr lang="es-ES" sz="1100" dirty="0"/>
                    </a:p>
                  </a:txBody>
                  <a:tcPr marL="101600" marR="101600" marT="45720" marB="45720" anchor="ctr">
                    <a:lnL w="6350">
                      <a:solidFill>
                        <a:srgbClr val="D3EAF3"/>
                      </a:solidFill>
                    </a:lnL>
                    <a:lnR w="6350">
                      <a:solidFill>
                        <a:srgbClr val="D3EAF3"/>
                      </a:solidFill>
                    </a:lnR>
                    <a:lnT w="6350">
                      <a:solidFill>
                        <a:srgbClr val="D3EAF3"/>
                      </a:solidFill>
                    </a:lnT>
                    <a:lnB w="6350">
                      <a:solidFill>
                        <a:srgbClr val="D3EAF3"/>
                      </a:solidFill>
                    </a:lnB>
                    <a:solidFill>
                      <a:srgbClr val="FFFFFF"/>
                    </a:solidFill>
                  </a:tcPr>
                </a:tc>
                <a:tc>
                  <a:txBody>
                    <a:bodyPr wrap="square"/>
                    <a:lstStyle/>
                    <a:p>
                      <a:pPr algn="l">
                        <a:lnSpc>
                          <a:spcPct val="100000"/>
                        </a:lnSpc>
                        <a:buNone/>
                      </a:pPr>
                      <a:r>
                        <a:rPr lang="es-ES" sz="1100" b="0" dirty="0">
                          <a:solidFill>
                            <a:srgbClr val="404040"/>
                          </a:solidFill>
                          <a:latin typeface="Poppins"/>
                          <a:cs typeface="Poppins"/>
                        </a:rPr>
                        <a:t>Mecanismo</a:t>
                      </a:r>
                      <a:endParaRPr lang="es-ES" sz="1100" dirty="0"/>
                    </a:p>
                  </a:txBody>
                  <a:tcPr marL="101600" marR="101600" marT="45720" marB="45720" anchor="ctr">
                    <a:lnL w="6350">
                      <a:solidFill>
                        <a:srgbClr val="D3EAF3"/>
                      </a:solidFill>
                    </a:lnL>
                    <a:lnR w="6350">
                      <a:solidFill>
                        <a:srgbClr val="D3EAF3"/>
                      </a:solidFill>
                    </a:lnR>
                    <a:lnT w="6350">
                      <a:solidFill>
                        <a:srgbClr val="D3EAF3"/>
                      </a:solidFill>
                    </a:lnT>
                    <a:lnB w="6350">
                      <a:solidFill>
                        <a:srgbClr val="D3EAF3"/>
                      </a:solidFill>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BFF"/>
        </a:solidFill>
        <a:effectLst/>
      </p:bgPr>
    </p:bg>
    <p:spTree>
      <p:nvGrpSpPr>
        <p:cNvPr id="1" name=""/>
        <p:cNvGrpSpPr/>
        <p:nvPr/>
      </p:nvGrpSpPr>
      <p:grpSpPr>
        <a:xfrm>
          <a:off x="0" y="0"/>
          <a:ext cx="0" cy="0"/>
          <a:chOff x="0" y="0"/>
          <a:chExt cx="0" cy="0"/>
        </a:xfrm>
      </p:grpSpPr>
      <p:pic>
        <p:nvPicPr>
          <p:cNvPr id="2" name="Imagen 2" descr="Jelou"/>
          <p:cNvPicPr>
            <a:picLocks noChangeAspect="1"/>
          </p:cNvPicPr>
          <p:nvPr/>
        </p:nvPicPr>
        <p:blipFill>
          <a:blip r:embed="rId2"/>
          <a:stretch>
            <a:fillRect/>
          </a:stretch>
        </p:blipFill>
        <p:spPr>
          <a:xfrm>
            <a:off x="10591800" y="406400"/>
            <a:ext cx="914400" cy="235915"/>
          </a:xfrm>
          <a:prstGeom prst="rect">
            <a:avLst/>
          </a:prstGeom>
        </p:spPr>
      </p:pic>
      <p:cxnSp>
        <p:nvCxnSpPr>
          <p:cNvPr id="3" name="Conector 3"/>
          <p:cNvCxnSpPr/>
          <p:nvPr/>
        </p:nvCxnSpPr>
        <p:spPr>
          <a:xfrm>
            <a:off x="685800" y="1041400"/>
            <a:ext cx="254000" cy="0"/>
          </a:xfrm>
          <a:prstGeom prst="line">
            <a:avLst/>
          </a:prstGeom>
          <a:ln w="19050">
            <a:solidFill>
              <a:srgbClr val="00B4C7"/>
            </a:solidFill>
          </a:ln>
        </p:spPr>
      </p:cxnSp>
      <p:sp>
        <p:nvSpPr>
          <p:cNvPr id="4" name="Eyebrow"/>
          <p:cNvSpPr txBox="1"/>
          <p:nvPr/>
        </p:nvSpPr>
        <p:spPr>
          <a:xfrm>
            <a:off x="1054100" y="965200"/>
            <a:ext cx="7620000" cy="203200"/>
          </a:xfrm>
          <a:prstGeom prst="rect">
            <a:avLst/>
          </a:prstGeom>
          <a:noFill/>
        </p:spPr>
        <p:txBody>
          <a:bodyPr wrap="square" lIns="0" tIns="0" rIns="0" bIns="0" rtlCol="0" anchor="t">
            <a:noAutofit/>
          </a:bodyPr>
          <a:lstStyle/>
          <a:p>
            <a:pPr algn="l">
              <a:lnSpc>
                <a:spcPct val="100000"/>
              </a:lnSpc>
              <a:buNone/>
            </a:pPr>
            <a:r>
              <a:rPr lang="es-ES" sz="1100" b="0" spc="200" dirty="0">
                <a:solidFill>
                  <a:srgbClr val="00B4C7"/>
                </a:solidFill>
                <a:latin typeface="Poppins SemiBold"/>
                <a:cs typeface="Poppins SemiBold"/>
              </a:rPr>
              <a:t>BLOQUE 3 · OUTBOUND</a:t>
            </a:r>
            <a:endParaRPr lang="es-ES" sz="1100" dirty="0"/>
          </a:p>
        </p:txBody>
      </p:sp>
      <p:sp>
        <p:nvSpPr>
          <p:cNvPr id="5" name="Título"/>
          <p:cNvSpPr txBox="1"/>
          <p:nvPr/>
        </p:nvSpPr>
        <p:spPr>
          <a:xfrm>
            <a:off x="685800" y="1320800"/>
            <a:ext cx="9359900" cy="533400"/>
          </a:xfrm>
          <a:prstGeom prst="rect">
            <a:avLst/>
          </a:prstGeom>
          <a:noFill/>
        </p:spPr>
        <p:txBody>
          <a:bodyPr wrap="square" lIns="0" tIns="0" rIns="0" bIns="0" rtlCol="0" anchor="t">
            <a:noAutofit/>
          </a:bodyPr>
          <a:lstStyle/>
          <a:p>
            <a:pPr algn="l">
              <a:lnSpc>
                <a:spcPct val="100000"/>
              </a:lnSpc>
              <a:buNone/>
            </a:pPr>
            <a:r>
              <a:rPr lang="es-ES" sz="2800" b="0" dirty="0">
                <a:solidFill>
                  <a:srgbClr val="151C2A"/>
                </a:solidFill>
                <a:latin typeface="Poppins SemiBold"/>
                <a:cs typeface="Poppins SemiBold"/>
              </a:rPr>
              <a:t>La prospección entra al mismo flujo</a:t>
            </a:r>
            <a:endParaRPr lang="es-ES" sz="2800" dirty="0"/>
          </a:p>
        </p:txBody>
      </p:sp>
      <p:sp>
        <p:nvSpPr>
          <p:cNvPr id="6" name="Texto 6"/>
          <p:cNvSpPr txBox="1"/>
          <p:nvPr/>
        </p:nvSpPr>
        <p:spPr>
          <a:xfrm>
            <a:off x="685800" y="2146300"/>
            <a:ext cx="457200" cy="567690"/>
          </a:xfrm>
          <a:prstGeom prst="rect">
            <a:avLst/>
          </a:prstGeom>
          <a:noFill/>
        </p:spPr>
        <p:txBody>
          <a:bodyPr wrap="square" lIns="0" tIns="0" rIns="0" bIns="0" rtlCol="0" anchor="ctr">
            <a:noAutofit/>
          </a:bodyPr>
          <a:lstStyle/>
          <a:p>
            <a:pPr algn="l">
              <a:lnSpc>
                <a:spcPct val="100000"/>
              </a:lnSpc>
              <a:buNone/>
            </a:pPr>
            <a:r>
              <a:rPr lang="es-ES" sz="1400" b="0" dirty="0">
                <a:solidFill>
                  <a:srgbClr val="00B4C7"/>
                </a:solidFill>
                <a:latin typeface="Poppins"/>
                <a:cs typeface="Poppins"/>
              </a:rPr>
              <a:t>01</a:t>
            </a:r>
            <a:endParaRPr lang="es-ES" sz="1400" dirty="0"/>
          </a:p>
        </p:txBody>
      </p:sp>
      <p:sp>
        <p:nvSpPr>
          <p:cNvPr id="7" name="Texto 7"/>
          <p:cNvSpPr txBox="1"/>
          <p:nvPr/>
        </p:nvSpPr>
        <p:spPr>
          <a:xfrm>
            <a:off x="1231900" y="2146300"/>
            <a:ext cx="2921000" cy="567690"/>
          </a:xfrm>
          <a:prstGeom prst="rect">
            <a:avLst/>
          </a:prstGeom>
          <a:noFill/>
        </p:spPr>
        <p:txBody>
          <a:bodyPr wrap="square" lIns="0" tIns="0" rIns="0" bIns="0" rtlCol="0" anchor="ctr">
            <a:noAutofit/>
          </a:bodyPr>
          <a:lstStyle/>
          <a:p>
            <a:pPr algn="l">
              <a:lnSpc>
                <a:spcPct val="100000"/>
              </a:lnSpc>
              <a:buNone/>
            </a:pPr>
            <a:r>
              <a:rPr lang="es-ES" sz="1400" b="0" dirty="0">
                <a:solidFill>
                  <a:srgbClr val="151C2A"/>
                </a:solidFill>
                <a:latin typeface="Poppins SemiBold"/>
                <a:cs typeface="Poppins SemiBold"/>
              </a:rPr>
              <a:t>Paso uno</a:t>
            </a:r>
            <a:endParaRPr lang="es-ES" sz="1400" dirty="0"/>
          </a:p>
        </p:txBody>
      </p:sp>
      <p:sp>
        <p:nvSpPr>
          <p:cNvPr id="8" name="Texto 8"/>
          <p:cNvSpPr txBox="1"/>
          <p:nvPr/>
        </p:nvSpPr>
        <p:spPr>
          <a:xfrm>
            <a:off x="4254500" y="2146300"/>
            <a:ext cx="4572000" cy="567690"/>
          </a:xfrm>
          <a:prstGeom prst="rect">
            <a:avLst/>
          </a:prstGeom>
          <a:noFill/>
        </p:spPr>
        <p:txBody>
          <a:bodyPr wrap="square" lIns="0" tIns="0" rIns="0" bIns="0" rtlCol="0" anchor="ctr">
            <a:noAutofit/>
          </a:bodyPr>
          <a:lstStyle/>
          <a:p>
            <a:pPr algn="l">
              <a:lnSpc>
                <a:spcPct val="100000"/>
              </a:lnSpc>
              <a:buNone/>
            </a:pPr>
            <a:r>
              <a:rPr lang="es-ES" sz="1200" b="0" dirty="0">
                <a:solidFill>
                  <a:srgbClr val="404040"/>
                </a:solidFill>
                <a:latin typeface="Poppins"/>
                <a:cs typeface="Poppins"/>
              </a:rPr>
              <a:t>Texto de ejemplo.</a:t>
            </a:r>
            <a:endParaRPr lang="es-ES" sz="1200" dirty="0"/>
          </a:p>
        </p:txBody>
      </p:sp>
      <p:sp>
        <p:nvSpPr>
          <p:cNvPr id="9" name="Forma 9"/>
          <p:cNvSpPr/>
          <p:nvPr/>
        </p:nvSpPr>
        <p:spPr>
          <a:xfrm>
            <a:off x="10833100" y="2284095"/>
            <a:ext cx="673100" cy="292100"/>
          </a:xfrm>
          <a:prstGeom prst="roundRect">
            <a:avLst>
              <a:gd name="adj" fmla="val 50000"/>
            </a:avLst>
          </a:prstGeom>
          <a:noFill/>
          <a:ln w="12700">
            <a:solidFill>
              <a:srgbClr val="00B4C7"/>
            </a:solidFill>
          </a:ln>
          <a:effectLst/>
        </p:spPr>
        <p:txBody>
          <a:bodyPr wrap="square" lIns="0" tIns="0" rIns="0" bIns="0" rtlCol="0" anchor="ctr">
            <a:noAutofit/>
          </a:bodyPr>
          <a:lstStyle/>
          <a:p>
            <a:pPr algn="ctr">
              <a:lnSpc>
                <a:spcPct val="100000"/>
              </a:lnSpc>
              <a:buNone/>
            </a:pPr>
            <a:r>
              <a:rPr lang="es-ES" sz="1000" b="0" dirty="0">
                <a:solidFill>
                  <a:srgbClr val="206C83"/>
                </a:solidFill>
                <a:latin typeface="Poppins SemiBold"/>
                <a:cs typeface="Poppins SemiBold"/>
              </a:rPr>
              <a:t>Jelou</a:t>
            </a:r>
            <a:endParaRPr lang="es-ES" sz="1000" dirty="0"/>
          </a:p>
        </p:txBody>
      </p:sp>
      <p:sp>
        <p:nvSpPr>
          <p:cNvPr id="10" name="Forma 10"/>
          <p:cNvSpPr/>
          <p:nvPr/>
        </p:nvSpPr>
        <p:spPr>
          <a:xfrm>
            <a:off x="685800" y="5626100"/>
            <a:ext cx="10820400" cy="736600"/>
          </a:xfrm>
          <a:prstGeom prst="roundRect">
            <a:avLst>
              <a:gd name="adj" fmla="val 18621"/>
            </a:avLst>
          </a:prstGeom>
          <a:solidFill>
            <a:srgbClr val="FFF4EE"/>
          </a:solidFill>
          <a:ln>
            <a:noFill/>
          </a:ln>
          <a:effectLst/>
        </p:spPr>
        <p:txBody>
          <a:bodyPr rtlCol="0" anchor="ctr"/>
          <a:lstStyle/>
          <a:p>
            <a:endParaRPr lang="es-ES"/>
          </a:p>
        </p:txBody>
      </p:sp>
      <p:pic>
        <p:nvPicPr>
          <p:cNvPr id="11" name="Imagen 11" descr="alerta"/>
          <p:cNvPicPr>
            <a:picLocks noChangeAspect="1"/>
          </p:cNvPicPr>
          <p:nvPr/>
        </p:nvPicPr>
        <p:blipFill>
          <a:blip r:embed="rId3"/>
          <a:stretch>
            <a:fillRect/>
          </a:stretch>
        </p:blipFill>
        <p:spPr>
          <a:xfrm>
            <a:off x="914400" y="5854700"/>
            <a:ext cx="279400" cy="279400"/>
          </a:xfrm>
          <a:prstGeom prst="rect">
            <a:avLst/>
          </a:prstGeom>
        </p:spPr>
      </p:pic>
      <p:sp>
        <p:nvSpPr>
          <p:cNvPr id="12" name="Texto 12"/>
          <p:cNvSpPr txBox="1"/>
          <p:nvPr/>
        </p:nvSpPr>
        <p:spPr>
          <a:xfrm>
            <a:off x="1320800" y="5727700"/>
            <a:ext cx="9956800" cy="546100"/>
          </a:xfrm>
          <a:prstGeom prst="rect">
            <a:avLst/>
          </a:prstGeom>
          <a:noFill/>
        </p:spPr>
        <p:txBody>
          <a:bodyPr wrap="square" lIns="0" tIns="0" rIns="0" bIns="0" rtlCol="0" anchor="ctr">
            <a:noAutofit/>
          </a:bodyPr>
          <a:lstStyle/>
          <a:p>
            <a:pPr algn="l">
              <a:lnSpc>
                <a:spcPct val="100000"/>
              </a:lnSpc>
              <a:buNone/>
            </a:pPr>
            <a:r>
              <a:rPr lang="es-ES" sz="1200" b="0" dirty="0">
                <a:solidFill>
                  <a:srgbClr val="151C2A"/>
                </a:solidFill>
                <a:latin typeface="Poppins SemiBold"/>
                <a:cs typeface="Poppins SemiBold"/>
              </a:rPr>
              <a:t>A validar: </a:t>
            </a:r>
            <a:r>
              <a:rPr lang="es-ES" sz="1200" b="0" dirty="0">
                <a:solidFill>
                  <a:srgbClr val="404040"/>
                </a:solidFill>
                <a:latin typeface="Poppins"/>
                <a:cs typeface="Poppins"/>
              </a:rPr>
              <a:t>Punto a validar con el cliente.</a:t>
            </a:r>
            <a:endParaRPr lang="es-E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51C2A"/>
        </a:solidFill>
        <a:effectLst/>
      </p:bgPr>
    </p:bg>
    <p:spTree>
      <p:nvGrpSpPr>
        <p:cNvPr id="1" name=""/>
        <p:cNvGrpSpPr/>
        <p:nvPr/>
      </p:nvGrpSpPr>
      <p:grpSpPr>
        <a:xfrm>
          <a:off x="0" y="0"/>
          <a:ext cx="0" cy="0"/>
          <a:chOff x="0" y="0"/>
          <a:chExt cx="0" cy="0"/>
        </a:xfrm>
      </p:grpSpPr>
      <p:pic>
        <p:nvPicPr>
          <p:cNvPr id="2" name="Imagen 2" descr="Jelou"/>
          <p:cNvPicPr>
            <a:picLocks noChangeAspect="1"/>
          </p:cNvPicPr>
          <p:nvPr/>
        </p:nvPicPr>
        <p:blipFill>
          <a:blip r:embed="rId2"/>
          <a:stretch>
            <a:fillRect/>
          </a:stretch>
        </p:blipFill>
        <p:spPr>
          <a:xfrm>
            <a:off x="10591800" y="406400"/>
            <a:ext cx="914400" cy="235915"/>
          </a:xfrm>
          <a:prstGeom prst="rect">
            <a:avLst/>
          </a:prstGeom>
        </p:spPr>
      </p:pic>
      <p:cxnSp>
        <p:nvCxnSpPr>
          <p:cNvPr id="3" name="Conector 3"/>
          <p:cNvCxnSpPr/>
          <p:nvPr/>
        </p:nvCxnSpPr>
        <p:spPr>
          <a:xfrm>
            <a:off x="685800" y="2921000"/>
            <a:ext cx="254000" cy="0"/>
          </a:xfrm>
          <a:prstGeom prst="line">
            <a:avLst/>
          </a:prstGeom>
          <a:ln w="19050">
            <a:solidFill>
              <a:srgbClr val="00B4C7"/>
            </a:solidFill>
          </a:ln>
        </p:spPr>
      </p:cxnSp>
      <p:sp>
        <p:nvSpPr>
          <p:cNvPr id="4" name="Eyebrow"/>
          <p:cNvSpPr txBox="1"/>
          <p:nvPr/>
        </p:nvSpPr>
        <p:spPr>
          <a:xfrm>
            <a:off x="1054100" y="2832100"/>
            <a:ext cx="7620000" cy="228600"/>
          </a:xfrm>
          <a:prstGeom prst="rect">
            <a:avLst/>
          </a:prstGeom>
          <a:noFill/>
        </p:spPr>
        <p:txBody>
          <a:bodyPr wrap="square" lIns="0" tIns="0" rIns="0" bIns="0" rtlCol="0" anchor="t">
            <a:noAutofit/>
          </a:bodyPr>
          <a:lstStyle/>
          <a:p>
            <a:pPr algn="l">
              <a:lnSpc>
                <a:spcPct val="100000"/>
              </a:lnSpc>
              <a:buNone/>
            </a:pPr>
            <a:r>
              <a:rPr lang="es-ES" sz="1100" b="0" spc="200" dirty="0">
                <a:solidFill>
                  <a:srgbClr val="00B4C7"/>
                </a:solidFill>
                <a:latin typeface="Poppins SemiBold"/>
                <a:cs typeface="Poppins SemiBold"/>
              </a:rPr>
              <a:t>BLOQUE 4</a:t>
            </a:r>
            <a:endParaRPr lang="es-ES" sz="1100" dirty="0"/>
          </a:p>
        </p:txBody>
      </p:sp>
      <p:sp>
        <p:nvSpPr>
          <p:cNvPr id="5" name="Título"/>
          <p:cNvSpPr txBox="1"/>
          <p:nvPr/>
        </p:nvSpPr>
        <p:spPr>
          <a:xfrm>
            <a:off x="685800" y="3200400"/>
            <a:ext cx="10058400" cy="762000"/>
          </a:xfrm>
          <a:prstGeom prst="rect">
            <a:avLst/>
          </a:prstGeom>
          <a:noFill/>
        </p:spPr>
        <p:txBody>
          <a:bodyPr wrap="square" lIns="0" tIns="0" rIns="0" bIns="0" rtlCol="0" anchor="t">
            <a:noAutofit/>
          </a:bodyPr>
          <a:lstStyle/>
          <a:p>
            <a:pPr algn="l">
              <a:lnSpc>
                <a:spcPct val="100000"/>
              </a:lnSpc>
              <a:buNone/>
            </a:pPr>
            <a:r>
              <a:rPr lang="es-ES" sz="4000" b="0" dirty="0">
                <a:solidFill>
                  <a:srgbClr val="FFFFFF"/>
                </a:solidFill>
                <a:latin typeface="Poppins SemiBold"/>
                <a:cs typeface="Poppins SemiBold"/>
              </a:rPr>
              <a:t>Validación etapa por etapa</a:t>
            </a:r>
            <a:endParaRPr lang="es-ES" sz="4000" dirty="0"/>
          </a:p>
        </p:txBody>
      </p:sp>
      <p:sp>
        <p:nvSpPr>
          <p:cNvPr id="6" name="Subtítulo"/>
          <p:cNvSpPr txBox="1"/>
          <p:nvPr/>
        </p:nvSpPr>
        <p:spPr>
          <a:xfrm>
            <a:off x="685800" y="4064000"/>
            <a:ext cx="9144000" cy="368300"/>
          </a:xfrm>
          <a:prstGeom prst="rect">
            <a:avLst/>
          </a:prstGeom>
          <a:noFill/>
        </p:spPr>
        <p:txBody>
          <a:bodyPr wrap="square" lIns="0" tIns="0" rIns="0" bIns="0" rtlCol="0" anchor="t">
            <a:noAutofit/>
          </a:bodyPr>
          <a:lstStyle/>
          <a:p>
            <a:pPr algn="l">
              <a:lnSpc>
                <a:spcPct val="100000"/>
              </a:lnSpc>
              <a:buNone/>
            </a:pPr>
            <a:r>
              <a:rPr lang="es-ES" sz="1400" b="0" dirty="0">
                <a:solidFill>
                  <a:srgbClr val="E6F2F4"/>
                </a:solidFill>
                <a:latin typeface="Poppins Medium"/>
                <a:cs typeface="Poppins Medium"/>
              </a:rPr>
              <a:t>Preguntas para cerrar con Cliente ejemplo en la sesión</a:t>
            </a:r>
            <a:endParaRPr lang="es-E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BFF"/>
        </a:solidFill>
        <a:effectLst/>
      </p:bgPr>
    </p:bg>
    <p:spTree>
      <p:nvGrpSpPr>
        <p:cNvPr id="1" name=""/>
        <p:cNvGrpSpPr/>
        <p:nvPr/>
      </p:nvGrpSpPr>
      <p:grpSpPr>
        <a:xfrm>
          <a:off x="0" y="0"/>
          <a:ext cx="0" cy="0"/>
          <a:chOff x="0" y="0"/>
          <a:chExt cx="0" cy="0"/>
        </a:xfrm>
      </p:grpSpPr>
      <p:pic>
        <p:nvPicPr>
          <p:cNvPr id="2" name="Imagen 2" descr="Jelou"/>
          <p:cNvPicPr>
            <a:picLocks noChangeAspect="1"/>
          </p:cNvPicPr>
          <p:nvPr/>
        </p:nvPicPr>
        <p:blipFill>
          <a:blip r:embed="rId2"/>
          <a:stretch>
            <a:fillRect/>
          </a:stretch>
        </p:blipFill>
        <p:spPr>
          <a:xfrm>
            <a:off x="10591800" y="406400"/>
            <a:ext cx="914400" cy="235915"/>
          </a:xfrm>
          <a:prstGeom prst="rect">
            <a:avLst/>
          </a:prstGeom>
        </p:spPr>
      </p:pic>
      <p:cxnSp>
        <p:nvCxnSpPr>
          <p:cNvPr id="3" name="Conector 3"/>
          <p:cNvCxnSpPr/>
          <p:nvPr/>
        </p:nvCxnSpPr>
        <p:spPr>
          <a:xfrm>
            <a:off x="685800" y="1041400"/>
            <a:ext cx="254000" cy="0"/>
          </a:xfrm>
          <a:prstGeom prst="line">
            <a:avLst/>
          </a:prstGeom>
          <a:ln w="19050">
            <a:solidFill>
              <a:srgbClr val="00B4C7"/>
            </a:solidFill>
          </a:ln>
        </p:spPr>
      </p:cxnSp>
      <p:sp>
        <p:nvSpPr>
          <p:cNvPr id="4" name="Eyebrow"/>
          <p:cNvSpPr txBox="1"/>
          <p:nvPr/>
        </p:nvSpPr>
        <p:spPr>
          <a:xfrm>
            <a:off x="1054100" y="965200"/>
            <a:ext cx="7620000" cy="203200"/>
          </a:xfrm>
          <a:prstGeom prst="rect">
            <a:avLst/>
          </a:prstGeom>
          <a:noFill/>
        </p:spPr>
        <p:txBody>
          <a:bodyPr wrap="square" lIns="0" tIns="0" rIns="0" bIns="0" rtlCol="0" anchor="t">
            <a:noAutofit/>
          </a:bodyPr>
          <a:lstStyle/>
          <a:p>
            <a:pPr algn="l">
              <a:lnSpc>
                <a:spcPct val="100000"/>
              </a:lnSpc>
              <a:buNone/>
            </a:pPr>
            <a:r>
              <a:rPr lang="es-ES" sz="1100" b="0" spc="200" dirty="0">
                <a:solidFill>
                  <a:srgbClr val="00B4C7"/>
                </a:solidFill>
                <a:latin typeface="Poppins SemiBold"/>
                <a:cs typeface="Poppins SemiBold"/>
              </a:rPr>
              <a:t>VALIDACIÓN · ETAPA 1</a:t>
            </a:r>
            <a:endParaRPr lang="es-ES" sz="1100" dirty="0"/>
          </a:p>
        </p:txBody>
      </p:sp>
      <p:sp>
        <p:nvSpPr>
          <p:cNvPr id="5" name="Título"/>
          <p:cNvSpPr txBox="1"/>
          <p:nvPr/>
        </p:nvSpPr>
        <p:spPr>
          <a:xfrm>
            <a:off x="685800" y="1320800"/>
            <a:ext cx="9359900" cy="533400"/>
          </a:xfrm>
          <a:prstGeom prst="rect">
            <a:avLst/>
          </a:prstGeom>
          <a:noFill/>
        </p:spPr>
        <p:txBody>
          <a:bodyPr wrap="square" lIns="0" tIns="0" rIns="0" bIns="0" rtlCol="0" anchor="t">
            <a:noAutofit/>
          </a:bodyPr>
          <a:lstStyle/>
          <a:p>
            <a:pPr algn="l">
              <a:lnSpc>
                <a:spcPct val="100000"/>
              </a:lnSpc>
              <a:buNone/>
            </a:pPr>
            <a:r>
              <a:rPr lang="es-ES" sz="2800" b="0" dirty="0">
                <a:solidFill>
                  <a:srgbClr val="151C2A"/>
                </a:solidFill>
                <a:latin typeface="Poppins SemiBold"/>
                <a:cs typeface="Poppins SemiBold"/>
              </a:rPr>
              <a:t>Etapa uno</a:t>
            </a:r>
            <a:endParaRPr lang="es-ES" sz="2800" dirty="0"/>
          </a:p>
        </p:txBody>
      </p:sp>
      <p:sp>
        <p:nvSpPr>
          <p:cNvPr id="6" name="Tarjeta"/>
          <p:cNvSpPr/>
          <p:nvPr/>
        </p:nvSpPr>
        <p:spPr>
          <a:xfrm>
            <a:off x="685800" y="2146300"/>
            <a:ext cx="5270500" cy="2514600"/>
          </a:xfrm>
          <a:prstGeom prst="roundRect">
            <a:avLst>
              <a:gd name="adj" fmla="val 5455"/>
            </a:avLst>
          </a:prstGeom>
          <a:solidFill>
            <a:srgbClr val="FFFFFF"/>
          </a:solidFill>
          <a:ln w="9525">
            <a:solidFill>
              <a:srgbClr val="D3EAF3"/>
            </a:solidFill>
          </a:ln>
          <a:effectLst/>
        </p:spPr>
        <p:txBody>
          <a:bodyPr rtlCol="0" anchor="ctr"/>
          <a:lstStyle/>
          <a:p>
            <a:endParaRPr lang="es-ES"/>
          </a:p>
        </p:txBody>
      </p:sp>
      <p:sp>
        <p:nvSpPr>
          <p:cNvPr id="7" name="Icono marco"/>
          <p:cNvSpPr/>
          <p:nvPr/>
        </p:nvSpPr>
        <p:spPr>
          <a:xfrm>
            <a:off x="939800" y="2374900"/>
            <a:ext cx="381000" cy="381000"/>
          </a:xfrm>
          <a:prstGeom prst="roundRect">
            <a:avLst>
              <a:gd name="adj" fmla="val 50000"/>
            </a:avLst>
          </a:prstGeom>
          <a:noFill/>
          <a:ln w="12700">
            <a:solidFill>
              <a:srgbClr val="00B4C7"/>
            </a:solidFill>
          </a:ln>
          <a:effectLst/>
        </p:spPr>
        <p:txBody>
          <a:bodyPr rtlCol="0" anchor="ctr"/>
          <a:lstStyle/>
          <a:p>
            <a:endParaRPr lang="es-ES"/>
          </a:p>
        </p:txBody>
      </p:sp>
      <p:pic>
        <p:nvPicPr>
          <p:cNvPr id="8" name="Imagen 8" descr="shield"/>
          <p:cNvPicPr>
            <a:picLocks noChangeAspect="1"/>
          </p:cNvPicPr>
          <p:nvPr/>
        </p:nvPicPr>
        <p:blipFill>
          <a:blip r:embed="rId3"/>
          <a:stretch>
            <a:fillRect/>
          </a:stretch>
        </p:blipFill>
        <p:spPr>
          <a:xfrm>
            <a:off x="1028700" y="2463800"/>
            <a:ext cx="203200" cy="203200"/>
          </a:xfrm>
          <a:prstGeom prst="rect">
            <a:avLst/>
          </a:prstGeom>
        </p:spPr>
      </p:pic>
      <p:sp>
        <p:nvSpPr>
          <p:cNvPr id="9" name="Título de tarjeta"/>
          <p:cNvSpPr txBox="1"/>
          <p:nvPr/>
        </p:nvSpPr>
        <p:spPr>
          <a:xfrm>
            <a:off x="1447800" y="2374900"/>
            <a:ext cx="4356100" cy="381000"/>
          </a:xfrm>
          <a:prstGeom prst="rect">
            <a:avLst/>
          </a:prstGeom>
          <a:noFill/>
        </p:spPr>
        <p:txBody>
          <a:bodyPr wrap="square" lIns="0" tIns="0" rIns="0" bIns="0" rtlCol="0" anchor="ctr">
            <a:noAutofit/>
          </a:bodyPr>
          <a:lstStyle/>
          <a:p>
            <a:pPr algn="l">
              <a:lnSpc>
                <a:spcPct val="100000"/>
              </a:lnSpc>
              <a:buNone/>
            </a:pPr>
            <a:r>
              <a:rPr lang="es-ES" sz="1400" b="0" dirty="0">
                <a:solidFill>
                  <a:srgbClr val="151C2A"/>
                </a:solidFill>
                <a:latin typeface="Poppins SemiBold"/>
                <a:cs typeface="Poppins SemiBold"/>
              </a:rPr>
              <a:t>Tema</a:t>
            </a:r>
            <a:endParaRPr lang="es-ES" sz="1400" dirty="0"/>
          </a:p>
        </p:txBody>
      </p:sp>
      <p:sp>
        <p:nvSpPr>
          <p:cNvPr id="10" name="Preguntas"/>
          <p:cNvSpPr txBox="1"/>
          <p:nvPr/>
        </p:nvSpPr>
        <p:spPr>
          <a:xfrm>
            <a:off x="939800" y="2921000"/>
            <a:ext cx="4762500" cy="1663700"/>
          </a:xfrm>
          <a:prstGeom prst="rect">
            <a:avLst/>
          </a:prstGeom>
          <a:noFill/>
        </p:spPr>
        <p:txBody>
          <a:bodyPr wrap="square" lIns="0" tIns="0" rIns="0" bIns="0" rtlCol="0" anchor="t">
            <a:noAutofit/>
          </a:bodyPr>
          <a:lstStyle/>
          <a:p>
            <a:pPr algn="l" marL="139700" indent="-139700">
              <a:lnSpc>
                <a:spcPct val="100000"/>
              </a:lnSpc>
              <a:spcAft>
                <a:spcPts val="400"/>
              </a:spcAft>
              <a:buClr>
                <a:srgbClr val="00B4C7"/>
              </a:buClr>
              <a:buFont typeface="Arial"/>
              <a:buChar char="•"/>
            </a:pPr>
            <a:r>
              <a:rPr lang="es-ES" sz="1200" b="0" dirty="0">
                <a:solidFill>
                  <a:srgbClr val="404040"/>
                </a:solidFill>
                <a:latin typeface="Poppins"/>
                <a:cs typeface="Poppins"/>
              </a:rPr>
              <a:t>Pregunta de validación de ejemplo.</a:t>
            </a:r>
            <a:endParaRPr lang="es-ES" sz="1200" dirty="0"/>
          </a:p>
        </p:txBody>
      </p:sp>
      <p:sp>
        <p:nvSpPr>
          <p:cNvPr id="11" name="Tarjeta"/>
          <p:cNvSpPr/>
          <p:nvPr/>
        </p:nvSpPr>
        <p:spPr>
          <a:xfrm>
            <a:off x="6223000" y="2146300"/>
            <a:ext cx="5270500" cy="2514600"/>
          </a:xfrm>
          <a:prstGeom prst="roundRect">
            <a:avLst>
              <a:gd name="adj" fmla="val 5455"/>
            </a:avLst>
          </a:prstGeom>
          <a:solidFill>
            <a:srgbClr val="FFFFFF"/>
          </a:solidFill>
          <a:ln w="9525">
            <a:solidFill>
              <a:srgbClr val="D3EAF3"/>
            </a:solidFill>
          </a:ln>
          <a:effectLst/>
        </p:spPr>
        <p:txBody>
          <a:bodyPr rtlCol="0" anchor="ctr"/>
          <a:lstStyle/>
          <a:p>
            <a:endParaRPr lang="es-ES"/>
          </a:p>
        </p:txBody>
      </p:sp>
      <p:sp>
        <p:nvSpPr>
          <p:cNvPr id="12" name="Icono marco"/>
          <p:cNvSpPr/>
          <p:nvPr/>
        </p:nvSpPr>
        <p:spPr>
          <a:xfrm>
            <a:off x="6477000" y="2374900"/>
            <a:ext cx="381000" cy="381000"/>
          </a:xfrm>
          <a:prstGeom prst="roundRect">
            <a:avLst>
              <a:gd name="adj" fmla="val 50000"/>
            </a:avLst>
          </a:prstGeom>
          <a:noFill/>
          <a:ln w="12700">
            <a:solidFill>
              <a:srgbClr val="00B4C7"/>
            </a:solidFill>
          </a:ln>
          <a:effectLst/>
        </p:spPr>
        <p:txBody>
          <a:bodyPr rtlCol="0" anchor="ctr"/>
          <a:lstStyle/>
          <a:p>
            <a:endParaRPr lang="es-ES"/>
          </a:p>
        </p:txBody>
      </p:sp>
      <p:pic>
        <p:nvPicPr>
          <p:cNvPr id="13" name="Imagen 13" descr="id-card"/>
          <p:cNvPicPr>
            <a:picLocks noChangeAspect="1"/>
          </p:cNvPicPr>
          <p:nvPr/>
        </p:nvPicPr>
        <p:blipFill>
          <a:blip r:embed="rId4"/>
          <a:stretch>
            <a:fillRect/>
          </a:stretch>
        </p:blipFill>
        <p:spPr>
          <a:xfrm>
            <a:off x="6565900" y="2463800"/>
            <a:ext cx="203200" cy="203200"/>
          </a:xfrm>
          <a:prstGeom prst="rect">
            <a:avLst/>
          </a:prstGeom>
        </p:spPr>
      </p:pic>
      <p:sp>
        <p:nvSpPr>
          <p:cNvPr id="14" name="Título de tarjeta"/>
          <p:cNvSpPr txBox="1"/>
          <p:nvPr/>
        </p:nvSpPr>
        <p:spPr>
          <a:xfrm>
            <a:off x="6985000" y="2374900"/>
            <a:ext cx="4356100" cy="381000"/>
          </a:xfrm>
          <a:prstGeom prst="rect">
            <a:avLst/>
          </a:prstGeom>
          <a:noFill/>
        </p:spPr>
        <p:txBody>
          <a:bodyPr wrap="square" lIns="0" tIns="0" rIns="0" bIns="0" rtlCol="0" anchor="ctr">
            <a:noAutofit/>
          </a:bodyPr>
          <a:lstStyle/>
          <a:p>
            <a:pPr algn="l">
              <a:lnSpc>
                <a:spcPct val="100000"/>
              </a:lnSpc>
              <a:buNone/>
            </a:pPr>
            <a:r>
              <a:rPr lang="es-ES" sz="1400" b="0" dirty="0">
                <a:solidFill>
                  <a:srgbClr val="151C2A"/>
                </a:solidFill>
                <a:latin typeface="Poppins SemiBold"/>
                <a:cs typeface="Poppins SemiBold"/>
              </a:rPr>
              <a:t>Otro tema</a:t>
            </a:r>
            <a:endParaRPr lang="es-ES" sz="1400" dirty="0"/>
          </a:p>
        </p:txBody>
      </p:sp>
      <p:sp>
        <p:nvSpPr>
          <p:cNvPr id="15" name="Preguntas"/>
          <p:cNvSpPr txBox="1"/>
          <p:nvPr/>
        </p:nvSpPr>
        <p:spPr>
          <a:xfrm>
            <a:off x="6477000" y="2921000"/>
            <a:ext cx="4762500" cy="1663700"/>
          </a:xfrm>
          <a:prstGeom prst="rect">
            <a:avLst/>
          </a:prstGeom>
          <a:noFill/>
        </p:spPr>
        <p:txBody>
          <a:bodyPr wrap="square" lIns="0" tIns="0" rIns="0" bIns="0" rtlCol="0" anchor="t">
            <a:noAutofit/>
          </a:bodyPr>
          <a:lstStyle/>
          <a:p>
            <a:pPr algn="l" marL="139700" indent="-139700">
              <a:lnSpc>
                <a:spcPct val="100000"/>
              </a:lnSpc>
              <a:spcAft>
                <a:spcPts val="400"/>
              </a:spcAft>
              <a:buClr>
                <a:srgbClr val="00B4C7"/>
              </a:buClr>
              <a:buFont typeface="Arial"/>
              <a:buChar char="•"/>
            </a:pPr>
            <a:r>
              <a:rPr lang="es-ES" sz="1200" b="0" dirty="0">
                <a:solidFill>
                  <a:srgbClr val="404040"/>
                </a:solidFill>
                <a:latin typeface="Poppins"/>
                <a:cs typeface="Poppins"/>
              </a:rPr>
              <a:t>Otra pregunta de ejemplo.</a:t>
            </a:r>
            <a:endParaRPr lang="es-ES" sz="1200" dirty="0"/>
          </a:p>
        </p:txBody>
      </p:sp>
      <p:sp>
        <p:nvSpPr>
          <p:cNvPr id="16" name="Notas"/>
          <p:cNvSpPr/>
          <p:nvPr/>
        </p:nvSpPr>
        <p:spPr>
          <a:xfrm>
            <a:off x="685800" y="4889500"/>
            <a:ext cx="10820400" cy="1511300"/>
          </a:xfrm>
          <a:prstGeom prst="roundRect">
            <a:avLst>
              <a:gd name="adj" fmla="val 9076"/>
            </a:avLst>
          </a:prstGeom>
          <a:solidFill>
            <a:srgbClr val="E6F2F4"/>
          </a:solidFill>
          <a:ln>
            <a:noFill/>
          </a:ln>
          <a:effectLst/>
        </p:spPr>
        <p:txBody>
          <a:bodyPr rtlCol="0" anchor="ctr"/>
          <a:lstStyle/>
          <a:p>
            <a:endParaRPr lang="es-ES"/>
          </a:p>
        </p:txBody>
      </p:sp>
      <p:sp>
        <p:nvSpPr>
          <p:cNvPr id="17" name="Notas"/>
          <p:cNvSpPr txBox="1"/>
          <p:nvPr/>
        </p:nvSpPr>
        <p:spPr>
          <a:xfrm>
            <a:off x="914400" y="5029200"/>
            <a:ext cx="10363200" cy="1257300"/>
          </a:xfrm>
          <a:prstGeom prst="rect">
            <a:avLst/>
          </a:prstGeom>
          <a:noFill/>
        </p:spPr>
        <p:txBody>
          <a:bodyPr wrap="square" lIns="0" tIns="0" rIns="0" bIns="0" rtlCol="0" anchor="t">
            <a:noAutofit/>
          </a:bodyPr>
          <a:lstStyle/>
          <a:p>
            <a:pPr algn="l">
              <a:lnSpc>
                <a:spcPct val="100000"/>
              </a:lnSpc>
              <a:buNone/>
            </a:pPr>
            <a:r>
              <a:rPr lang="es-ES" sz="1100" b="0" dirty="0">
                <a:solidFill>
                  <a:srgbClr val="206C83"/>
                </a:solidFill>
                <a:latin typeface="Poppins Medium"/>
                <a:cs typeface="Poppins Medium"/>
              </a:rPr>
              <a:t>Notas / respuesta del cliente:</a:t>
            </a:r>
            <a:endParaRPr lang="es-E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BFF"/>
        </a:solidFill>
        <a:effectLst/>
      </p:bgPr>
    </p:bg>
    <p:spTree>
      <p:nvGrpSpPr>
        <p:cNvPr id="1" name=""/>
        <p:cNvGrpSpPr/>
        <p:nvPr/>
      </p:nvGrpSpPr>
      <p:grpSpPr>
        <a:xfrm>
          <a:off x="0" y="0"/>
          <a:ext cx="0" cy="0"/>
          <a:chOff x="0" y="0"/>
          <a:chExt cx="0" cy="0"/>
        </a:xfrm>
      </p:grpSpPr>
      <p:pic>
        <p:nvPicPr>
          <p:cNvPr id="2" name="Imagen 2" descr="Jelou"/>
          <p:cNvPicPr>
            <a:picLocks noChangeAspect="1"/>
          </p:cNvPicPr>
          <p:nvPr/>
        </p:nvPicPr>
        <p:blipFill>
          <a:blip r:embed="rId2"/>
          <a:stretch>
            <a:fillRect/>
          </a:stretch>
        </p:blipFill>
        <p:spPr>
          <a:xfrm>
            <a:off x="10591800" y="406400"/>
            <a:ext cx="914400" cy="235915"/>
          </a:xfrm>
          <a:prstGeom prst="rect">
            <a:avLst/>
          </a:prstGeom>
        </p:spPr>
      </p:pic>
      <p:cxnSp>
        <p:nvCxnSpPr>
          <p:cNvPr id="3" name="Conector 3"/>
          <p:cNvCxnSpPr/>
          <p:nvPr/>
        </p:nvCxnSpPr>
        <p:spPr>
          <a:xfrm>
            <a:off x="685800" y="1041400"/>
            <a:ext cx="254000" cy="0"/>
          </a:xfrm>
          <a:prstGeom prst="line">
            <a:avLst/>
          </a:prstGeom>
          <a:ln w="19050">
            <a:solidFill>
              <a:srgbClr val="00B4C7"/>
            </a:solidFill>
          </a:ln>
        </p:spPr>
      </p:cxnSp>
      <p:sp>
        <p:nvSpPr>
          <p:cNvPr id="4" name="Eyebrow"/>
          <p:cNvSpPr txBox="1"/>
          <p:nvPr/>
        </p:nvSpPr>
        <p:spPr>
          <a:xfrm>
            <a:off x="1054100" y="965200"/>
            <a:ext cx="7620000" cy="203200"/>
          </a:xfrm>
          <a:prstGeom prst="rect">
            <a:avLst/>
          </a:prstGeom>
          <a:noFill/>
        </p:spPr>
        <p:txBody>
          <a:bodyPr wrap="square" lIns="0" tIns="0" rIns="0" bIns="0" rtlCol="0" anchor="t">
            <a:noAutofit/>
          </a:bodyPr>
          <a:lstStyle/>
          <a:p>
            <a:pPr algn="l">
              <a:lnSpc>
                <a:spcPct val="100000"/>
              </a:lnSpc>
              <a:buNone/>
            </a:pPr>
            <a:r>
              <a:rPr lang="es-ES" sz="1100" b="0" spc="200" dirty="0">
                <a:solidFill>
                  <a:srgbClr val="00B4C7"/>
                </a:solidFill>
                <a:latin typeface="Poppins SemiBold"/>
                <a:cs typeface="Poppins SemiBold"/>
              </a:rPr>
              <a:t>BLOQUE 5</a:t>
            </a:r>
            <a:endParaRPr lang="es-ES" sz="1100" dirty="0"/>
          </a:p>
        </p:txBody>
      </p:sp>
      <p:sp>
        <p:nvSpPr>
          <p:cNvPr id="5" name="Título"/>
          <p:cNvSpPr txBox="1"/>
          <p:nvPr/>
        </p:nvSpPr>
        <p:spPr>
          <a:xfrm>
            <a:off x="685800" y="1320800"/>
            <a:ext cx="9359900" cy="533400"/>
          </a:xfrm>
          <a:prstGeom prst="rect">
            <a:avLst/>
          </a:prstGeom>
          <a:noFill/>
        </p:spPr>
        <p:txBody>
          <a:bodyPr wrap="square" lIns="0" tIns="0" rIns="0" bIns="0" rtlCol="0" anchor="t">
            <a:noAutofit/>
          </a:bodyPr>
          <a:lstStyle/>
          <a:p>
            <a:pPr algn="l">
              <a:lnSpc>
                <a:spcPct val="100000"/>
              </a:lnSpc>
              <a:buNone/>
            </a:pPr>
            <a:r>
              <a:rPr lang="es-ES" sz="2800" b="0" dirty="0">
                <a:solidFill>
                  <a:srgbClr val="151C2A"/>
                </a:solidFill>
                <a:latin typeface="Poppins SemiBold"/>
                <a:cs typeface="Poppins SemiBold"/>
              </a:rPr>
              <a:t>Integraciones: quién expone y quién consume</a:t>
            </a:r>
            <a:endParaRPr lang="es-ES" sz="2800" dirty="0"/>
          </a:p>
        </p:txBody>
      </p:sp>
      <p:graphicFrame>
        <p:nvGraphicFramePr>
          <p:cNvPr id="6" name="Tabla 6"/>
          <p:cNvGraphicFramePr>
            <a:graphicFrameLocks noGrp="1"/>
          </p:cNvGraphicFramePr>
          <p:nvPr/>
        </p:nvGraphicFramePr>
        <p:xfrm>
          <a:off x="685800" y="2197100"/>
          <a:ext cx="10820400" cy="866140"/>
        </p:xfrm>
        <a:graphic>
          <a:graphicData uri="http://schemas.openxmlformats.org/drawingml/2006/table">
            <a:tbl>
              <a:tblPr firstRow="1"/>
              <a:tblGrid>
                <a:gridCol w="1905000"/>
                <a:gridCol w="2730500"/>
                <a:gridCol w="1524000"/>
                <a:gridCol w="1397000"/>
                <a:gridCol w="3263900"/>
              </a:tblGrid>
              <a:tr h="355600">
                <a:tc>
                  <a:txBody>
                    <a:bodyPr wrap="square"/>
                    <a:lstStyle/>
                    <a:p>
                      <a:pPr algn="l">
                        <a:lnSpc>
                          <a:spcPct val="100000"/>
                        </a:lnSpc>
                        <a:buNone/>
                      </a:pPr>
                      <a:r>
                        <a:rPr lang="es-ES" sz="1000" b="0" dirty="0">
                          <a:solidFill>
                            <a:srgbClr val="FFFFFF"/>
                          </a:solidFill>
                          <a:latin typeface="Poppins SemiBold"/>
                          <a:cs typeface="Poppins SemiBold"/>
                        </a:rPr>
                        <a:t>Integración</a:t>
                      </a:r>
                      <a:endParaRPr lang="es-ES" sz="1000" dirty="0"/>
                    </a:p>
                  </a:txBody>
                  <a:tcPr marL="101600" marR="101600" marT="45720" marB="45720" anchor="ctr">
                    <a:lnL w="6350">
                      <a:solidFill>
                        <a:srgbClr val="D3EAF3"/>
                      </a:solidFill>
                    </a:lnL>
                    <a:lnR w="6350">
                      <a:solidFill>
                        <a:srgbClr val="D3EAF3"/>
                      </a:solidFill>
                    </a:lnR>
                    <a:lnT w="6350">
                      <a:solidFill>
                        <a:srgbClr val="D3EAF3"/>
                      </a:solidFill>
                    </a:lnT>
                    <a:lnB w="6350">
                      <a:solidFill>
                        <a:srgbClr val="D3EAF3"/>
                      </a:solidFill>
                    </a:lnB>
                    <a:solidFill>
                      <a:srgbClr val="151C2A"/>
                    </a:solidFill>
                  </a:tcPr>
                </a:tc>
                <a:tc>
                  <a:txBody>
                    <a:bodyPr wrap="square"/>
                    <a:lstStyle/>
                    <a:p>
                      <a:pPr algn="l">
                        <a:lnSpc>
                          <a:spcPct val="100000"/>
                        </a:lnSpc>
                        <a:buNone/>
                      </a:pPr>
                      <a:r>
                        <a:rPr lang="es-ES" sz="1000" b="0" dirty="0">
                          <a:solidFill>
                            <a:srgbClr val="FFFFFF"/>
                          </a:solidFill>
                          <a:latin typeface="Poppins SemiBold"/>
                          <a:cs typeface="Poppins SemiBold"/>
                        </a:rPr>
                        <a:t>Qué hace</a:t>
                      </a:r>
                      <a:endParaRPr lang="es-ES" sz="1000" dirty="0"/>
                    </a:p>
                  </a:txBody>
                  <a:tcPr marL="101600" marR="101600" marT="45720" marB="45720" anchor="ctr">
                    <a:lnL w="6350">
                      <a:solidFill>
                        <a:srgbClr val="D3EAF3"/>
                      </a:solidFill>
                    </a:lnL>
                    <a:lnR w="6350">
                      <a:solidFill>
                        <a:srgbClr val="D3EAF3"/>
                      </a:solidFill>
                    </a:lnR>
                    <a:lnT w="6350">
                      <a:solidFill>
                        <a:srgbClr val="D3EAF3"/>
                      </a:solidFill>
                    </a:lnT>
                    <a:lnB w="6350">
                      <a:solidFill>
                        <a:srgbClr val="D3EAF3"/>
                      </a:solidFill>
                    </a:lnB>
                    <a:solidFill>
                      <a:srgbClr val="151C2A"/>
                    </a:solidFill>
                  </a:tcPr>
                </a:tc>
                <a:tc>
                  <a:txBody>
                    <a:bodyPr wrap="square"/>
                    <a:lstStyle/>
                    <a:p>
                      <a:pPr algn="l">
                        <a:lnSpc>
                          <a:spcPct val="100000"/>
                        </a:lnSpc>
                        <a:buNone/>
                      </a:pPr>
                      <a:r>
                        <a:rPr lang="es-ES" sz="1000" b="0" dirty="0">
                          <a:solidFill>
                            <a:srgbClr val="FFFFFF"/>
                          </a:solidFill>
                          <a:latin typeface="Poppins SemiBold"/>
                          <a:cs typeface="Poppins SemiBold"/>
                        </a:rPr>
                        <a:t>Expone</a:t>
                      </a:r>
                      <a:endParaRPr lang="es-ES" sz="1000" dirty="0"/>
                    </a:p>
                  </a:txBody>
                  <a:tcPr marL="101600" marR="101600" marT="45720" marB="45720" anchor="ctr">
                    <a:lnL w="6350">
                      <a:solidFill>
                        <a:srgbClr val="D3EAF3"/>
                      </a:solidFill>
                    </a:lnL>
                    <a:lnR w="6350">
                      <a:solidFill>
                        <a:srgbClr val="D3EAF3"/>
                      </a:solidFill>
                    </a:lnR>
                    <a:lnT w="6350">
                      <a:solidFill>
                        <a:srgbClr val="D3EAF3"/>
                      </a:solidFill>
                    </a:lnT>
                    <a:lnB w="6350">
                      <a:solidFill>
                        <a:srgbClr val="D3EAF3"/>
                      </a:solidFill>
                    </a:lnB>
                    <a:solidFill>
                      <a:srgbClr val="151C2A"/>
                    </a:solidFill>
                  </a:tcPr>
                </a:tc>
                <a:tc>
                  <a:txBody>
                    <a:bodyPr wrap="square"/>
                    <a:lstStyle/>
                    <a:p>
                      <a:pPr algn="l">
                        <a:lnSpc>
                          <a:spcPct val="100000"/>
                        </a:lnSpc>
                        <a:buNone/>
                      </a:pPr>
                      <a:r>
                        <a:rPr lang="es-ES" sz="1000" b="0" dirty="0">
                          <a:solidFill>
                            <a:srgbClr val="FFFFFF"/>
                          </a:solidFill>
                          <a:latin typeface="Poppins SemiBold"/>
                          <a:cs typeface="Poppins SemiBold"/>
                        </a:rPr>
                        <a:t>Consume</a:t>
                      </a:r>
                      <a:endParaRPr lang="es-ES" sz="1000" dirty="0"/>
                    </a:p>
                  </a:txBody>
                  <a:tcPr marL="101600" marR="101600" marT="45720" marB="45720" anchor="ctr">
                    <a:lnL w="6350">
                      <a:solidFill>
                        <a:srgbClr val="D3EAF3"/>
                      </a:solidFill>
                    </a:lnL>
                    <a:lnR w="6350">
                      <a:solidFill>
                        <a:srgbClr val="D3EAF3"/>
                      </a:solidFill>
                    </a:lnR>
                    <a:lnT w="6350">
                      <a:solidFill>
                        <a:srgbClr val="D3EAF3"/>
                      </a:solidFill>
                    </a:lnT>
                    <a:lnB w="6350">
                      <a:solidFill>
                        <a:srgbClr val="D3EAF3"/>
                      </a:solidFill>
                    </a:lnB>
                    <a:solidFill>
                      <a:srgbClr val="151C2A"/>
                    </a:solidFill>
                  </a:tcPr>
                </a:tc>
                <a:tc>
                  <a:txBody>
                    <a:bodyPr wrap="square"/>
                    <a:lstStyle/>
                    <a:p>
                      <a:pPr algn="l">
                        <a:lnSpc>
                          <a:spcPct val="100000"/>
                        </a:lnSpc>
                        <a:buNone/>
                      </a:pPr>
                      <a:r>
                        <a:rPr lang="es-ES" sz="1000" b="0" dirty="0">
                          <a:solidFill>
                            <a:srgbClr val="FFFFFF"/>
                          </a:solidFill>
                          <a:latin typeface="Poppins SemiBold"/>
                          <a:cs typeface="Poppins SemiBold"/>
                        </a:rPr>
                        <a:t>Contacto · doc · QA</a:t>
                      </a:r>
                      <a:endParaRPr lang="es-ES" sz="1000" dirty="0"/>
                    </a:p>
                  </a:txBody>
                  <a:tcPr marL="101600" marR="101600" marT="45720" marB="45720" anchor="ctr">
                    <a:lnL w="6350">
                      <a:solidFill>
                        <a:srgbClr val="D3EAF3"/>
                      </a:solidFill>
                    </a:lnL>
                    <a:lnR w="6350">
                      <a:solidFill>
                        <a:srgbClr val="D3EAF3"/>
                      </a:solidFill>
                    </a:lnR>
                    <a:lnT w="6350">
                      <a:solidFill>
                        <a:srgbClr val="D3EAF3"/>
                      </a:solidFill>
                    </a:lnT>
                    <a:lnB w="6350">
                      <a:solidFill>
                        <a:srgbClr val="D3EAF3"/>
                      </a:solidFill>
                    </a:lnB>
                    <a:solidFill>
                      <a:srgbClr val="151C2A"/>
                    </a:solidFill>
                  </a:tcPr>
                </a:tc>
              </a:tr>
              <a:tr h="510540">
                <a:tc>
                  <a:txBody>
                    <a:bodyPr wrap="square"/>
                    <a:lstStyle/>
                    <a:p>
                      <a:pPr algn="l">
                        <a:lnSpc>
                          <a:spcPct val="100000"/>
                        </a:lnSpc>
                        <a:buNone/>
                      </a:pPr>
                      <a:r>
                        <a:rPr lang="es-ES" sz="1100" b="0" dirty="0">
                          <a:solidFill>
                            <a:srgbClr val="151C2A"/>
                          </a:solidFill>
                          <a:latin typeface="Poppins SemiBold"/>
                          <a:cs typeface="Poppins SemiBold"/>
                        </a:rPr>
                        <a:t>Integración</a:t>
                      </a:r>
                      <a:endParaRPr lang="es-ES" sz="1100" dirty="0"/>
                    </a:p>
                  </a:txBody>
                  <a:tcPr marL="101600" marR="101600" marT="45720" marB="45720" anchor="ctr">
                    <a:lnL w="6350">
                      <a:solidFill>
                        <a:srgbClr val="D3EAF3"/>
                      </a:solidFill>
                    </a:lnL>
                    <a:lnR w="6350">
                      <a:solidFill>
                        <a:srgbClr val="D3EAF3"/>
                      </a:solidFill>
                    </a:lnR>
                    <a:lnT w="6350">
                      <a:solidFill>
                        <a:srgbClr val="D3EAF3"/>
                      </a:solidFill>
                    </a:lnT>
                    <a:lnB w="6350">
                      <a:solidFill>
                        <a:srgbClr val="D3EAF3"/>
                      </a:solidFill>
                    </a:lnB>
                    <a:solidFill>
                      <a:srgbClr val="FFFFFF"/>
                    </a:solidFill>
                  </a:tcPr>
                </a:tc>
                <a:tc>
                  <a:txBody>
                    <a:bodyPr wrap="square"/>
                    <a:lstStyle/>
                    <a:p>
                      <a:pPr algn="l">
                        <a:lnSpc>
                          <a:spcPct val="100000"/>
                        </a:lnSpc>
                        <a:buNone/>
                      </a:pPr>
                      <a:r>
                        <a:rPr lang="es-ES" sz="1100" b="0" dirty="0">
                          <a:solidFill>
                            <a:srgbClr val="404040"/>
                          </a:solidFill>
                          <a:latin typeface="Poppins"/>
                          <a:cs typeface="Poppins"/>
                        </a:rPr>
                        <a:t>Qué hace.</a:t>
                      </a:r>
                      <a:endParaRPr lang="es-ES" sz="1100" dirty="0"/>
                    </a:p>
                  </a:txBody>
                  <a:tcPr marL="101600" marR="101600" marT="45720" marB="45720" anchor="ctr">
                    <a:lnL w="6350">
                      <a:solidFill>
                        <a:srgbClr val="D3EAF3"/>
                      </a:solidFill>
                    </a:lnL>
                    <a:lnR w="6350">
                      <a:solidFill>
                        <a:srgbClr val="D3EAF3"/>
                      </a:solidFill>
                    </a:lnR>
                    <a:lnT w="6350">
                      <a:solidFill>
                        <a:srgbClr val="D3EAF3"/>
                      </a:solidFill>
                    </a:lnT>
                    <a:lnB w="6350">
                      <a:solidFill>
                        <a:srgbClr val="D3EAF3"/>
                      </a:solidFill>
                    </a:lnB>
                    <a:solidFill>
                      <a:srgbClr val="FFFFFF"/>
                    </a:solidFill>
                  </a:tcPr>
                </a:tc>
                <a:tc>
                  <a:txBody>
                    <a:bodyPr wrap="square"/>
                    <a:lstStyle/>
                    <a:p>
                      <a:pPr algn="l">
                        <a:lnSpc>
                          <a:spcPct val="100000"/>
                        </a:lnSpc>
                        <a:buNone/>
                      </a:pPr>
                      <a:r>
                        <a:rPr lang="es-ES" sz="1100" b="0" dirty="0">
                          <a:solidFill>
                            <a:srgbClr val="404040"/>
                          </a:solidFill>
                          <a:latin typeface="Poppins"/>
                          <a:cs typeface="Poppins"/>
                        </a:rPr>
                        <a:t>Cliente</a:t>
                      </a:r>
                      <a:endParaRPr lang="es-ES" sz="1100" dirty="0"/>
                    </a:p>
                  </a:txBody>
                  <a:tcPr marL="101600" marR="101600" marT="45720" marB="45720" anchor="ctr">
                    <a:lnL w="6350">
                      <a:solidFill>
                        <a:srgbClr val="D3EAF3"/>
                      </a:solidFill>
                    </a:lnL>
                    <a:lnR w="6350">
                      <a:solidFill>
                        <a:srgbClr val="D3EAF3"/>
                      </a:solidFill>
                    </a:lnR>
                    <a:lnT w="6350">
                      <a:solidFill>
                        <a:srgbClr val="D3EAF3"/>
                      </a:solidFill>
                    </a:lnT>
                    <a:lnB w="6350">
                      <a:solidFill>
                        <a:srgbClr val="D3EAF3"/>
                      </a:solidFill>
                    </a:lnB>
                    <a:solidFill>
                      <a:srgbClr val="FFFFFF"/>
                    </a:solidFill>
                  </a:tcPr>
                </a:tc>
                <a:tc>
                  <a:txBody>
                    <a:bodyPr wrap="square"/>
                    <a:lstStyle/>
                    <a:p>
                      <a:pPr algn="l">
                        <a:lnSpc>
                          <a:spcPct val="100000"/>
                        </a:lnSpc>
                        <a:buNone/>
                      </a:pPr>
                      <a:r>
                        <a:rPr lang="es-ES" sz="1100" b="0" dirty="0">
                          <a:solidFill>
                            <a:srgbClr val="404040"/>
                          </a:solidFill>
                          <a:latin typeface="Poppins"/>
                          <a:cs typeface="Poppins"/>
                        </a:rPr>
                        <a:t>Jelou</a:t>
                      </a:r>
                      <a:endParaRPr lang="es-ES" sz="1100" dirty="0"/>
                    </a:p>
                  </a:txBody>
                  <a:tcPr marL="101600" marR="101600" marT="45720" marB="45720" anchor="ctr">
                    <a:lnL w="6350">
                      <a:solidFill>
                        <a:srgbClr val="D3EAF3"/>
                      </a:solidFill>
                    </a:lnL>
                    <a:lnR w="6350">
                      <a:solidFill>
                        <a:srgbClr val="D3EAF3"/>
                      </a:solidFill>
                    </a:lnR>
                    <a:lnT w="6350">
                      <a:solidFill>
                        <a:srgbClr val="D3EAF3"/>
                      </a:solidFill>
                    </a:lnT>
                    <a:lnB w="6350">
                      <a:solidFill>
                        <a:srgbClr val="D3EAF3"/>
                      </a:solidFill>
                    </a:lnB>
                    <a:solidFill>
                      <a:srgbClr val="FFFFFF"/>
                    </a:solidFill>
                  </a:tcPr>
                </a:tc>
                <a:tc>
                  <a:txBody>
                    <a:bodyPr wrap="square"/>
                    <a:lstStyle/>
                    <a:p>
                      <a:pPr algn="l">
                        <a:lnSpc>
                          <a:spcPct val="100000"/>
                        </a:lnSpc>
                        <a:buNone/>
                      </a:pPr>
                      <a:r>
                        <a:rPr lang="es-ES" sz="1100" b="0" dirty="0">
                          <a:solidFill>
                            <a:srgbClr val="404040"/>
                          </a:solidFill>
                          <a:latin typeface="Poppins"/>
                          <a:cs typeface="Poppins"/>
                        </a:rPr>
                        <a:t>Doc: pendiente · QA: pendiente · Resp.: </a:t>
                      </a:r>
                      <a:r>
                        <a:rPr lang="es-ES" sz="1100" b="0" dirty="0">
                          <a:solidFill>
                            <a:srgbClr val="FF0000"/>
                          </a:solidFill>
                          <a:latin typeface="Poppins"/>
                          <a:cs typeface="Poppins"/>
                        </a:rPr>
                        <a:t>POR COMPLETAR</a:t>
                      </a:r>
                      <a:endParaRPr lang="es-ES" sz="1100" dirty="0"/>
                    </a:p>
                  </a:txBody>
                  <a:tcPr marL="101600" marR="101600" marT="45720" marB="45720" anchor="ctr">
                    <a:lnL w="6350">
                      <a:solidFill>
                        <a:srgbClr val="D3EAF3"/>
                      </a:solidFill>
                    </a:lnL>
                    <a:lnR w="6350">
                      <a:solidFill>
                        <a:srgbClr val="D3EAF3"/>
                      </a:solidFill>
                    </a:lnR>
                    <a:lnT w="6350">
                      <a:solidFill>
                        <a:srgbClr val="D3EAF3"/>
                      </a:solidFill>
                    </a:lnT>
                    <a:lnB w="6350">
                      <a:solidFill>
                        <a:srgbClr val="D3EAF3"/>
                      </a:solidFill>
                    </a:lnB>
                    <a:solidFill>
                      <a:srgbClr val="FFFFFF"/>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BFF"/>
        </a:solidFill>
        <a:effectLst/>
      </p:bgPr>
    </p:bg>
    <p:spTree>
      <p:nvGrpSpPr>
        <p:cNvPr id="1" name=""/>
        <p:cNvGrpSpPr/>
        <p:nvPr/>
      </p:nvGrpSpPr>
      <p:grpSpPr>
        <a:xfrm>
          <a:off x="0" y="0"/>
          <a:ext cx="0" cy="0"/>
          <a:chOff x="0" y="0"/>
          <a:chExt cx="0" cy="0"/>
        </a:xfrm>
      </p:grpSpPr>
      <p:pic>
        <p:nvPicPr>
          <p:cNvPr id="2" name="Imagen 2" descr="Jelou"/>
          <p:cNvPicPr>
            <a:picLocks noChangeAspect="1"/>
          </p:cNvPicPr>
          <p:nvPr/>
        </p:nvPicPr>
        <p:blipFill>
          <a:blip r:embed="rId2"/>
          <a:stretch>
            <a:fillRect/>
          </a:stretch>
        </p:blipFill>
        <p:spPr>
          <a:xfrm>
            <a:off x="10591800" y="406400"/>
            <a:ext cx="914400" cy="235915"/>
          </a:xfrm>
          <a:prstGeom prst="rect">
            <a:avLst/>
          </a:prstGeom>
        </p:spPr>
      </p:pic>
      <p:cxnSp>
        <p:nvCxnSpPr>
          <p:cNvPr id="3" name="Conector 3"/>
          <p:cNvCxnSpPr/>
          <p:nvPr/>
        </p:nvCxnSpPr>
        <p:spPr>
          <a:xfrm>
            <a:off x="685800" y="1041400"/>
            <a:ext cx="254000" cy="0"/>
          </a:xfrm>
          <a:prstGeom prst="line">
            <a:avLst/>
          </a:prstGeom>
          <a:ln w="19050">
            <a:solidFill>
              <a:srgbClr val="00B4C7"/>
            </a:solidFill>
          </a:ln>
        </p:spPr>
      </p:cxnSp>
      <p:sp>
        <p:nvSpPr>
          <p:cNvPr id="4" name="Eyebrow"/>
          <p:cNvSpPr txBox="1"/>
          <p:nvPr/>
        </p:nvSpPr>
        <p:spPr>
          <a:xfrm>
            <a:off x="1054100" y="965200"/>
            <a:ext cx="7620000" cy="203200"/>
          </a:xfrm>
          <a:prstGeom prst="rect">
            <a:avLst/>
          </a:prstGeom>
          <a:noFill/>
        </p:spPr>
        <p:txBody>
          <a:bodyPr wrap="square" lIns="0" tIns="0" rIns="0" bIns="0" rtlCol="0" anchor="t">
            <a:noAutofit/>
          </a:bodyPr>
          <a:lstStyle/>
          <a:p>
            <a:pPr algn="l">
              <a:lnSpc>
                <a:spcPct val="100000"/>
              </a:lnSpc>
              <a:buNone/>
            </a:pPr>
            <a:r>
              <a:rPr lang="es-ES" sz="1100" b="0" spc="200" dirty="0">
                <a:solidFill>
                  <a:srgbClr val="00B4C7"/>
                </a:solidFill>
                <a:latin typeface="Poppins SemiBold"/>
                <a:cs typeface="Poppins SemiBold"/>
              </a:rPr>
              <a:t>PRIORIDAD DE LA SESIÓN</a:t>
            </a:r>
            <a:endParaRPr lang="es-ES" sz="1100" dirty="0"/>
          </a:p>
        </p:txBody>
      </p:sp>
      <p:sp>
        <p:nvSpPr>
          <p:cNvPr id="5" name="Título"/>
          <p:cNvSpPr txBox="1"/>
          <p:nvPr/>
        </p:nvSpPr>
        <p:spPr>
          <a:xfrm>
            <a:off x="685800" y="1320800"/>
            <a:ext cx="9359900" cy="533400"/>
          </a:xfrm>
          <a:prstGeom prst="rect">
            <a:avLst/>
          </a:prstGeom>
          <a:noFill/>
        </p:spPr>
        <p:txBody>
          <a:bodyPr wrap="square" lIns="0" tIns="0" rIns="0" bIns="0" rtlCol="0" anchor="t">
            <a:noAutofit/>
          </a:bodyPr>
          <a:lstStyle/>
          <a:p>
            <a:pPr algn="l">
              <a:lnSpc>
                <a:spcPct val="100000"/>
              </a:lnSpc>
              <a:buNone/>
            </a:pPr>
            <a:r>
              <a:rPr lang="es-ES" sz="2800" b="0" dirty="0">
                <a:solidFill>
                  <a:srgbClr val="151C2A"/>
                </a:solidFill>
                <a:latin typeface="Poppins SemiBold"/>
                <a:cs typeface="Poppins SemiBold"/>
              </a:rPr>
              <a:t>Supuestos del SOW a </a:t>
            </a:r>
            <a:r>
              <a:rPr lang="es-ES" sz="2800" b="0" dirty="0">
                <a:solidFill>
                  <a:srgbClr val="00B4C7"/>
                </a:solidFill>
                <a:latin typeface="Poppins SemiBold"/>
                <a:cs typeface="Poppins SemiBold"/>
              </a:rPr>
              <a:t>confirmar o cerrar</a:t>
            </a:r>
            <a:endParaRPr lang="es-ES" sz="2800" dirty="0"/>
          </a:p>
        </p:txBody>
      </p:sp>
      <p:graphicFrame>
        <p:nvGraphicFramePr>
          <p:cNvPr id="6" name="Tabla 6"/>
          <p:cNvGraphicFramePr>
            <a:graphicFrameLocks noGrp="1"/>
          </p:cNvGraphicFramePr>
          <p:nvPr/>
        </p:nvGraphicFramePr>
        <p:xfrm>
          <a:off x="685800" y="2197100"/>
          <a:ext cx="10820400" cy="711200"/>
        </p:xfrm>
        <a:graphic>
          <a:graphicData uri="http://schemas.openxmlformats.org/drawingml/2006/table">
            <a:tbl>
              <a:tblPr firstRow="1"/>
              <a:tblGrid>
                <a:gridCol w="3302000"/>
                <a:gridCol w="5461000"/>
                <a:gridCol w="2057400"/>
              </a:tblGrid>
              <a:tr h="355600">
                <a:tc>
                  <a:txBody>
                    <a:bodyPr wrap="square"/>
                    <a:lstStyle/>
                    <a:p>
                      <a:pPr algn="l">
                        <a:lnSpc>
                          <a:spcPct val="100000"/>
                        </a:lnSpc>
                        <a:buNone/>
                      </a:pPr>
                      <a:r>
                        <a:rPr lang="es-ES" sz="1000" b="0" dirty="0">
                          <a:solidFill>
                            <a:srgbClr val="FFFFFF"/>
                          </a:solidFill>
                          <a:latin typeface="Poppins SemiBold"/>
                          <a:cs typeface="Poppins SemiBold"/>
                        </a:rPr>
                        <a:t>Supuesto</a:t>
                      </a:r>
                      <a:endParaRPr lang="es-ES" sz="1000" dirty="0"/>
                    </a:p>
                  </a:txBody>
                  <a:tcPr marL="101600" marR="101600" marT="45720" marB="45720" anchor="ctr">
                    <a:lnL w="6350">
                      <a:solidFill>
                        <a:srgbClr val="D3EAF3"/>
                      </a:solidFill>
                    </a:lnL>
                    <a:lnR w="6350">
                      <a:solidFill>
                        <a:srgbClr val="D3EAF3"/>
                      </a:solidFill>
                    </a:lnR>
                    <a:lnT w="6350">
                      <a:solidFill>
                        <a:srgbClr val="D3EAF3"/>
                      </a:solidFill>
                    </a:lnT>
                    <a:lnB w="6350">
                      <a:solidFill>
                        <a:srgbClr val="D3EAF3"/>
                      </a:solidFill>
                    </a:lnB>
                    <a:solidFill>
                      <a:srgbClr val="151C2A"/>
                    </a:solidFill>
                  </a:tcPr>
                </a:tc>
                <a:tc>
                  <a:txBody>
                    <a:bodyPr wrap="square"/>
                    <a:lstStyle/>
                    <a:p>
                      <a:pPr algn="l">
                        <a:lnSpc>
                          <a:spcPct val="100000"/>
                        </a:lnSpc>
                        <a:buNone/>
                      </a:pPr>
                      <a:r>
                        <a:rPr lang="es-ES" sz="1000" b="0" dirty="0">
                          <a:solidFill>
                            <a:srgbClr val="FFFFFF"/>
                          </a:solidFill>
                          <a:latin typeface="Poppins SemiBold"/>
                          <a:cs typeface="Poppins SemiBold"/>
                        </a:rPr>
                        <a:t>Pregunta para cerrarlo</a:t>
                      </a:r>
                      <a:endParaRPr lang="es-ES" sz="1000" dirty="0"/>
                    </a:p>
                  </a:txBody>
                  <a:tcPr marL="101600" marR="101600" marT="45720" marB="45720" anchor="ctr">
                    <a:lnL w="6350">
                      <a:solidFill>
                        <a:srgbClr val="D3EAF3"/>
                      </a:solidFill>
                    </a:lnL>
                    <a:lnR w="6350">
                      <a:solidFill>
                        <a:srgbClr val="D3EAF3"/>
                      </a:solidFill>
                    </a:lnR>
                    <a:lnT w="6350">
                      <a:solidFill>
                        <a:srgbClr val="D3EAF3"/>
                      </a:solidFill>
                    </a:lnT>
                    <a:lnB w="6350">
                      <a:solidFill>
                        <a:srgbClr val="D3EAF3"/>
                      </a:solidFill>
                    </a:lnB>
                    <a:solidFill>
                      <a:srgbClr val="151C2A"/>
                    </a:solidFill>
                  </a:tcPr>
                </a:tc>
                <a:tc>
                  <a:txBody>
                    <a:bodyPr wrap="square"/>
                    <a:lstStyle/>
                    <a:p>
                      <a:pPr algn="l">
                        <a:lnSpc>
                          <a:spcPct val="100000"/>
                        </a:lnSpc>
                        <a:buNone/>
                      </a:pPr>
                      <a:r>
                        <a:rPr lang="es-ES" sz="1000" b="0" dirty="0">
                          <a:solidFill>
                            <a:srgbClr val="FFFFFF"/>
                          </a:solidFill>
                          <a:latin typeface="Poppins SemiBold"/>
                          <a:cs typeface="Poppins SemiBold"/>
                        </a:rPr>
                        <a:t>Decisión</a:t>
                      </a:r>
                      <a:endParaRPr lang="es-ES" sz="1000" dirty="0"/>
                    </a:p>
                  </a:txBody>
                  <a:tcPr marL="101600" marR="101600" marT="45720" marB="45720" anchor="ctr">
                    <a:lnL w="6350">
                      <a:solidFill>
                        <a:srgbClr val="D3EAF3"/>
                      </a:solidFill>
                    </a:lnL>
                    <a:lnR w="6350">
                      <a:solidFill>
                        <a:srgbClr val="D3EAF3"/>
                      </a:solidFill>
                    </a:lnR>
                    <a:lnT w="6350">
                      <a:solidFill>
                        <a:srgbClr val="D3EAF3"/>
                      </a:solidFill>
                    </a:lnT>
                    <a:lnB w="6350">
                      <a:solidFill>
                        <a:srgbClr val="D3EAF3"/>
                      </a:solidFill>
                    </a:lnB>
                    <a:solidFill>
                      <a:srgbClr val="151C2A"/>
                    </a:solidFill>
                  </a:tcPr>
                </a:tc>
              </a:tr>
              <a:tr h="355600">
                <a:tc>
                  <a:txBody>
                    <a:bodyPr wrap="square"/>
                    <a:lstStyle/>
                    <a:p>
                      <a:pPr algn="l">
                        <a:lnSpc>
                          <a:spcPct val="100000"/>
                        </a:lnSpc>
                        <a:buNone/>
                      </a:pPr>
                      <a:r>
                        <a:rPr lang="es-ES" sz="1100" b="0" dirty="0">
                          <a:solidFill>
                            <a:srgbClr val="404040"/>
                          </a:solidFill>
                          <a:latin typeface="Poppins"/>
                          <a:cs typeface="Poppins"/>
                        </a:rPr>
                        <a:t>Supuesto de ejemplo.</a:t>
                      </a:r>
                      <a:endParaRPr lang="es-ES" sz="1100" dirty="0"/>
                    </a:p>
                  </a:txBody>
                  <a:tcPr marL="101600" marR="101600" marT="45720" marB="45720" anchor="ctr">
                    <a:lnL w="6350">
                      <a:solidFill>
                        <a:srgbClr val="D3EAF3"/>
                      </a:solidFill>
                    </a:lnL>
                    <a:lnR w="6350">
                      <a:solidFill>
                        <a:srgbClr val="D3EAF3"/>
                      </a:solidFill>
                    </a:lnR>
                    <a:lnT w="6350">
                      <a:solidFill>
                        <a:srgbClr val="D3EAF3"/>
                      </a:solidFill>
                    </a:lnT>
                    <a:lnB w="6350">
                      <a:solidFill>
                        <a:srgbClr val="D3EAF3"/>
                      </a:solidFill>
                    </a:lnB>
                    <a:solidFill>
                      <a:srgbClr val="FFFFFF"/>
                    </a:solidFill>
                  </a:tcPr>
                </a:tc>
                <a:tc>
                  <a:txBody>
                    <a:bodyPr wrap="square"/>
                    <a:lstStyle/>
                    <a:p>
                      <a:pPr algn="l">
                        <a:lnSpc>
                          <a:spcPct val="100000"/>
                        </a:lnSpc>
                        <a:buNone/>
                      </a:pPr>
                      <a:r>
                        <a:rPr lang="es-ES" sz="1100" b="0" dirty="0">
                          <a:solidFill>
                            <a:srgbClr val="404040"/>
                          </a:solidFill>
                          <a:latin typeface="Poppins"/>
                          <a:cs typeface="Poppins"/>
                        </a:rPr>
                        <a:t>Pregunta para cerrarlo.</a:t>
                      </a:r>
                      <a:endParaRPr lang="es-ES" sz="1100" dirty="0"/>
                    </a:p>
                  </a:txBody>
                  <a:tcPr marL="101600" marR="101600" marT="45720" marB="45720" anchor="ctr">
                    <a:lnL w="6350">
                      <a:solidFill>
                        <a:srgbClr val="D3EAF3"/>
                      </a:solidFill>
                    </a:lnL>
                    <a:lnR w="6350">
                      <a:solidFill>
                        <a:srgbClr val="D3EAF3"/>
                      </a:solidFill>
                    </a:lnR>
                    <a:lnT w="6350">
                      <a:solidFill>
                        <a:srgbClr val="D3EAF3"/>
                      </a:solidFill>
                    </a:lnT>
                    <a:lnB w="6350">
                      <a:solidFill>
                        <a:srgbClr val="D3EAF3"/>
                      </a:solidFill>
                    </a:lnB>
                    <a:solidFill>
                      <a:srgbClr val="FFFFFF"/>
                    </a:solidFill>
                  </a:tcPr>
                </a:tc>
                <a:tc>
                  <a:txBody>
                    <a:bodyPr wrap="square"/>
                    <a:lstStyle/>
                    <a:p>
                      <a:pPr algn="l">
                        <a:lnSpc>
                          <a:spcPct val="100000"/>
                        </a:lnSpc>
                        <a:buNone/>
                      </a:pPr>
                      <a:endParaRPr lang="es-ES" sz="1200" dirty="0"/>
                    </a:p>
                  </a:txBody>
                  <a:tcPr marL="101600" marR="101600" marT="45720" marB="45720" anchor="ctr">
                    <a:lnL w="6350">
                      <a:solidFill>
                        <a:srgbClr val="D3EAF3"/>
                      </a:solidFill>
                    </a:lnL>
                    <a:lnR w="6350">
                      <a:solidFill>
                        <a:srgbClr val="D3EAF3"/>
                      </a:solidFill>
                    </a:lnR>
                    <a:lnT w="6350">
                      <a:solidFill>
                        <a:srgbClr val="D3EAF3"/>
                      </a:solidFill>
                    </a:lnT>
                    <a:lnB w="6350">
                      <a:solidFill>
                        <a:srgbClr val="D3EAF3"/>
                      </a:solidFill>
                    </a:lnB>
                    <a:solidFill>
                      <a:srgbClr val="FFFFFF"/>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BFF"/>
        </a:solidFill>
        <a:effectLst/>
      </p:bgPr>
    </p:bg>
    <p:spTree>
      <p:nvGrpSpPr>
        <p:cNvPr id="1" name=""/>
        <p:cNvGrpSpPr/>
        <p:nvPr/>
      </p:nvGrpSpPr>
      <p:grpSpPr>
        <a:xfrm>
          <a:off x="0" y="0"/>
          <a:ext cx="0" cy="0"/>
          <a:chOff x="0" y="0"/>
          <a:chExt cx="0" cy="0"/>
        </a:xfrm>
      </p:grpSpPr>
      <p:pic>
        <p:nvPicPr>
          <p:cNvPr id="2" name="Imagen 2" descr="Jelou"/>
          <p:cNvPicPr>
            <a:picLocks noChangeAspect="1"/>
          </p:cNvPicPr>
          <p:nvPr/>
        </p:nvPicPr>
        <p:blipFill>
          <a:blip r:embed="rId2"/>
          <a:stretch>
            <a:fillRect/>
          </a:stretch>
        </p:blipFill>
        <p:spPr>
          <a:xfrm>
            <a:off x="10591800" y="406400"/>
            <a:ext cx="914400" cy="235915"/>
          </a:xfrm>
          <a:prstGeom prst="rect">
            <a:avLst/>
          </a:prstGeom>
        </p:spPr>
      </p:pic>
      <p:cxnSp>
        <p:nvCxnSpPr>
          <p:cNvPr id="3" name="Conector 3"/>
          <p:cNvCxnSpPr/>
          <p:nvPr/>
        </p:nvCxnSpPr>
        <p:spPr>
          <a:xfrm>
            <a:off x="685800" y="1041400"/>
            <a:ext cx="254000" cy="0"/>
          </a:xfrm>
          <a:prstGeom prst="line">
            <a:avLst/>
          </a:prstGeom>
          <a:ln w="19050">
            <a:solidFill>
              <a:srgbClr val="00B4C7"/>
            </a:solidFill>
          </a:ln>
        </p:spPr>
      </p:cxnSp>
      <p:sp>
        <p:nvSpPr>
          <p:cNvPr id="4" name="Eyebrow"/>
          <p:cNvSpPr txBox="1"/>
          <p:nvPr/>
        </p:nvSpPr>
        <p:spPr>
          <a:xfrm>
            <a:off x="1054100" y="965200"/>
            <a:ext cx="7620000" cy="203200"/>
          </a:xfrm>
          <a:prstGeom prst="rect">
            <a:avLst/>
          </a:prstGeom>
          <a:noFill/>
        </p:spPr>
        <p:txBody>
          <a:bodyPr wrap="square" lIns="0" tIns="0" rIns="0" bIns="0" rtlCol="0" anchor="t">
            <a:noAutofit/>
          </a:bodyPr>
          <a:lstStyle/>
          <a:p>
            <a:pPr algn="l">
              <a:lnSpc>
                <a:spcPct val="100000"/>
              </a:lnSpc>
              <a:buNone/>
            </a:pPr>
            <a:r>
              <a:rPr lang="es-ES" sz="1100" b="0" spc="200" dirty="0">
                <a:solidFill>
                  <a:srgbClr val="00B4C7"/>
                </a:solidFill>
                <a:latin typeface="Poppins SemiBold"/>
                <a:cs typeface="Poppins SemiBold"/>
              </a:rPr>
              <a:t>PENDIENTES</a:t>
            </a:r>
            <a:endParaRPr lang="es-ES" sz="1100" dirty="0"/>
          </a:p>
        </p:txBody>
      </p:sp>
      <p:sp>
        <p:nvSpPr>
          <p:cNvPr id="5" name="Título"/>
          <p:cNvSpPr txBox="1"/>
          <p:nvPr/>
        </p:nvSpPr>
        <p:spPr>
          <a:xfrm>
            <a:off x="685800" y="1320800"/>
            <a:ext cx="9359900" cy="533400"/>
          </a:xfrm>
          <a:prstGeom prst="rect">
            <a:avLst/>
          </a:prstGeom>
          <a:noFill/>
        </p:spPr>
        <p:txBody>
          <a:bodyPr wrap="square" lIns="0" tIns="0" rIns="0" bIns="0" rtlCol="0" anchor="t">
            <a:noAutofit/>
          </a:bodyPr>
          <a:lstStyle/>
          <a:p>
            <a:pPr algn="l">
              <a:lnSpc>
                <a:spcPct val="100000"/>
              </a:lnSpc>
              <a:buNone/>
            </a:pPr>
            <a:r>
              <a:rPr lang="es-ES" sz="2800" b="0" dirty="0">
                <a:solidFill>
                  <a:srgbClr val="151C2A"/>
                </a:solidFill>
                <a:latin typeface="Poppins SemiBold"/>
                <a:cs typeface="Poppins SemiBold"/>
              </a:rPr>
              <a:t>Lo que falta para cerrar el SOW</a:t>
            </a:r>
            <a:endParaRPr lang="es-ES" sz="2800" dirty="0"/>
          </a:p>
        </p:txBody>
      </p:sp>
      <p:sp>
        <p:nvSpPr>
          <p:cNvPr id="6" name="Tarjeta"/>
          <p:cNvSpPr/>
          <p:nvPr/>
        </p:nvSpPr>
        <p:spPr>
          <a:xfrm>
            <a:off x="685800" y="2146300"/>
            <a:ext cx="5270500" cy="4203700"/>
          </a:xfrm>
          <a:prstGeom prst="roundRect">
            <a:avLst>
              <a:gd name="adj" fmla="val 3263"/>
            </a:avLst>
          </a:prstGeom>
          <a:solidFill>
            <a:srgbClr val="FFFFFF"/>
          </a:solidFill>
          <a:ln w="9525">
            <a:solidFill>
              <a:srgbClr val="D3EAF3"/>
            </a:solidFill>
          </a:ln>
          <a:effectLst/>
        </p:spPr>
        <p:txBody>
          <a:bodyPr rtlCol="0" anchor="ctr"/>
          <a:lstStyle/>
          <a:p>
            <a:endParaRPr lang="es-ES"/>
          </a:p>
        </p:txBody>
      </p:sp>
      <p:sp>
        <p:nvSpPr>
          <p:cNvPr id="7" name="Icono marco"/>
          <p:cNvSpPr/>
          <p:nvPr/>
        </p:nvSpPr>
        <p:spPr>
          <a:xfrm>
            <a:off x="939800" y="2374900"/>
            <a:ext cx="381000" cy="381000"/>
          </a:xfrm>
          <a:prstGeom prst="roundRect">
            <a:avLst>
              <a:gd name="adj" fmla="val 50000"/>
            </a:avLst>
          </a:prstGeom>
          <a:noFill/>
          <a:ln w="12700">
            <a:solidFill>
              <a:srgbClr val="00B4C7"/>
            </a:solidFill>
          </a:ln>
          <a:effectLst/>
        </p:spPr>
        <p:txBody>
          <a:bodyPr rtlCol="0" anchor="ctr"/>
          <a:lstStyle/>
          <a:p>
            <a:endParaRPr lang="es-ES"/>
          </a:p>
        </p:txBody>
      </p:sp>
      <p:pic>
        <p:nvPicPr>
          <p:cNvPr id="8" name="Imagen 8" descr="file"/>
          <p:cNvPicPr>
            <a:picLocks noChangeAspect="1"/>
          </p:cNvPicPr>
          <p:nvPr/>
        </p:nvPicPr>
        <p:blipFill>
          <a:blip r:embed="rId3"/>
          <a:stretch>
            <a:fillRect/>
          </a:stretch>
        </p:blipFill>
        <p:spPr>
          <a:xfrm>
            <a:off x="1028700" y="2463800"/>
            <a:ext cx="203200" cy="203200"/>
          </a:xfrm>
          <a:prstGeom prst="rect">
            <a:avLst/>
          </a:prstGeom>
        </p:spPr>
      </p:pic>
      <p:sp>
        <p:nvSpPr>
          <p:cNvPr id="9" name="Título de tarjeta"/>
          <p:cNvSpPr txBox="1"/>
          <p:nvPr/>
        </p:nvSpPr>
        <p:spPr>
          <a:xfrm>
            <a:off x="1447800" y="2374900"/>
            <a:ext cx="4356100" cy="381000"/>
          </a:xfrm>
          <a:prstGeom prst="rect">
            <a:avLst/>
          </a:prstGeom>
          <a:noFill/>
        </p:spPr>
        <p:txBody>
          <a:bodyPr wrap="square" lIns="0" tIns="0" rIns="0" bIns="0" rtlCol="0" anchor="ctr">
            <a:noAutofit/>
          </a:bodyPr>
          <a:lstStyle/>
          <a:p>
            <a:pPr algn="l">
              <a:lnSpc>
                <a:spcPct val="100000"/>
              </a:lnSpc>
              <a:buNone/>
            </a:pPr>
            <a:r>
              <a:rPr lang="es-ES" sz="1400" b="0" dirty="0">
                <a:solidFill>
                  <a:srgbClr val="151C2A"/>
                </a:solidFill>
                <a:latin typeface="Poppins SemiBold"/>
                <a:cs typeface="Poppins SemiBold"/>
              </a:rPr>
              <a:t>Del documento</a:t>
            </a:r>
            <a:endParaRPr lang="es-ES" sz="1400" dirty="0"/>
          </a:p>
        </p:txBody>
      </p:sp>
      <p:sp>
        <p:nvSpPr>
          <p:cNvPr id="10" name="Del documento"/>
          <p:cNvSpPr txBox="1"/>
          <p:nvPr/>
        </p:nvSpPr>
        <p:spPr>
          <a:xfrm>
            <a:off x="939800" y="2921000"/>
            <a:ext cx="4762500" cy="3251200"/>
          </a:xfrm>
          <a:prstGeom prst="rect">
            <a:avLst/>
          </a:prstGeom>
          <a:noFill/>
        </p:spPr>
        <p:txBody>
          <a:bodyPr wrap="square" lIns="0" tIns="0" rIns="0" bIns="0" rtlCol="0" anchor="t">
            <a:noAutofit/>
          </a:bodyPr>
          <a:lstStyle/>
          <a:p>
            <a:pPr algn="l" marL="139700" indent="-139700">
              <a:lnSpc>
                <a:spcPct val="100000"/>
              </a:lnSpc>
              <a:spcAft>
                <a:spcPts val="400"/>
              </a:spcAft>
              <a:buClr>
                <a:srgbClr val="00B4C7"/>
              </a:buClr>
              <a:buFont typeface="Arial"/>
              <a:buChar char="•"/>
            </a:pPr>
            <a:r>
              <a:rPr lang="es-ES" sz="1200" b="0" dirty="0">
                <a:solidFill>
                  <a:srgbClr val="404040"/>
                </a:solidFill>
                <a:latin typeface="Poppins"/>
                <a:cs typeface="Poppins"/>
              </a:rPr>
              <a:t>Pendiente del documento.</a:t>
            </a:r>
            <a:endParaRPr lang="es-ES" sz="1200" dirty="0"/>
          </a:p>
        </p:txBody>
      </p:sp>
      <p:sp>
        <p:nvSpPr>
          <p:cNvPr id="11" name="Tarjeta"/>
          <p:cNvSpPr/>
          <p:nvPr/>
        </p:nvSpPr>
        <p:spPr>
          <a:xfrm>
            <a:off x="6223000" y="2146300"/>
            <a:ext cx="5270500" cy="4203700"/>
          </a:xfrm>
          <a:prstGeom prst="roundRect">
            <a:avLst>
              <a:gd name="adj" fmla="val 3263"/>
            </a:avLst>
          </a:prstGeom>
          <a:solidFill>
            <a:srgbClr val="FFFFFF"/>
          </a:solidFill>
          <a:ln w="9525">
            <a:solidFill>
              <a:srgbClr val="D3EAF3"/>
            </a:solidFill>
          </a:ln>
          <a:effectLst/>
        </p:spPr>
        <p:txBody>
          <a:bodyPr rtlCol="0" anchor="ctr"/>
          <a:lstStyle/>
          <a:p>
            <a:endParaRPr lang="es-ES"/>
          </a:p>
        </p:txBody>
      </p:sp>
      <p:sp>
        <p:nvSpPr>
          <p:cNvPr id="12" name="Icono marco"/>
          <p:cNvSpPr/>
          <p:nvPr/>
        </p:nvSpPr>
        <p:spPr>
          <a:xfrm>
            <a:off x="6477000" y="2374900"/>
            <a:ext cx="381000" cy="381000"/>
          </a:xfrm>
          <a:prstGeom prst="roundRect">
            <a:avLst>
              <a:gd name="adj" fmla="val 50000"/>
            </a:avLst>
          </a:prstGeom>
          <a:noFill/>
          <a:ln w="12700">
            <a:solidFill>
              <a:srgbClr val="00B4C7"/>
            </a:solidFill>
          </a:ln>
          <a:effectLst/>
        </p:spPr>
        <p:txBody>
          <a:bodyPr rtlCol="0" anchor="ctr"/>
          <a:lstStyle/>
          <a:p>
            <a:endParaRPr lang="es-ES"/>
          </a:p>
        </p:txBody>
      </p:sp>
      <p:pic>
        <p:nvPicPr>
          <p:cNvPr id="13" name="Imagen 13" descr="plug"/>
          <p:cNvPicPr>
            <a:picLocks noChangeAspect="1"/>
          </p:cNvPicPr>
          <p:nvPr/>
        </p:nvPicPr>
        <p:blipFill>
          <a:blip r:embed="rId4"/>
          <a:stretch>
            <a:fillRect/>
          </a:stretch>
        </p:blipFill>
        <p:spPr>
          <a:xfrm>
            <a:off x="6565900" y="2463800"/>
            <a:ext cx="203200" cy="203200"/>
          </a:xfrm>
          <a:prstGeom prst="rect">
            <a:avLst/>
          </a:prstGeom>
        </p:spPr>
      </p:pic>
      <p:sp>
        <p:nvSpPr>
          <p:cNvPr id="14" name="Título de tarjeta"/>
          <p:cNvSpPr txBox="1"/>
          <p:nvPr/>
        </p:nvSpPr>
        <p:spPr>
          <a:xfrm>
            <a:off x="6985000" y="2374900"/>
            <a:ext cx="4356100" cy="381000"/>
          </a:xfrm>
          <a:prstGeom prst="rect">
            <a:avLst/>
          </a:prstGeom>
          <a:noFill/>
        </p:spPr>
        <p:txBody>
          <a:bodyPr wrap="square" lIns="0" tIns="0" rIns="0" bIns="0" rtlCol="0" anchor="ctr">
            <a:noAutofit/>
          </a:bodyPr>
          <a:lstStyle/>
          <a:p>
            <a:pPr algn="l">
              <a:lnSpc>
                <a:spcPct val="100000"/>
              </a:lnSpc>
              <a:buNone/>
            </a:pPr>
            <a:r>
              <a:rPr lang="es-ES" sz="1400" b="0" dirty="0">
                <a:solidFill>
                  <a:srgbClr val="151C2A"/>
                </a:solidFill>
                <a:latin typeface="Poppins SemiBold"/>
                <a:cs typeface="Poppins SemiBold"/>
              </a:rPr>
              <a:t>Del cliente</a:t>
            </a:r>
            <a:endParaRPr lang="es-ES" sz="1400" dirty="0"/>
          </a:p>
        </p:txBody>
      </p:sp>
      <p:sp>
        <p:nvSpPr>
          <p:cNvPr id="15" name="Del cliente"/>
          <p:cNvSpPr txBox="1"/>
          <p:nvPr/>
        </p:nvSpPr>
        <p:spPr>
          <a:xfrm>
            <a:off x="6477000" y="2921000"/>
            <a:ext cx="4762500" cy="3251200"/>
          </a:xfrm>
          <a:prstGeom prst="rect">
            <a:avLst/>
          </a:prstGeom>
          <a:noFill/>
        </p:spPr>
        <p:txBody>
          <a:bodyPr wrap="square" lIns="0" tIns="0" rIns="0" bIns="0" rtlCol="0" anchor="t">
            <a:noAutofit/>
          </a:bodyPr>
          <a:lstStyle/>
          <a:p>
            <a:pPr algn="l" marL="139700" indent="-139700">
              <a:lnSpc>
                <a:spcPct val="100000"/>
              </a:lnSpc>
              <a:spcAft>
                <a:spcPts val="400"/>
              </a:spcAft>
              <a:buClr>
                <a:srgbClr val="00B4C7"/>
              </a:buClr>
              <a:buFont typeface="Arial"/>
              <a:buChar char="•"/>
            </a:pPr>
            <a:r>
              <a:rPr lang="es-ES" sz="1200" b="0" dirty="0">
                <a:solidFill>
                  <a:srgbClr val="404040"/>
                </a:solidFill>
                <a:latin typeface="Poppins"/>
                <a:cs typeface="Poppins"/>
              </a:rPr>
              <a:t>Pendiente del cliente.</a:t>
            </a:r>
            <a:endParaRPr lang="es-E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BFF"/>
        </a:solidFill>
        <a:effectLst/>
      </p:bgPr>
    </p:bg>
    <p:spTree>
      <p:nvGrpSpPr>
        <p:cNvPr id="1" name=""/>
        <p:cNvGrpSpPr/>
        <p:nvPr/>
      </p:nvGrpSpPr>
      <p:grpSpPr>
        <a:xfrm>
          <a:off x="0" y="0"/>
          <a:ext cx="0" cy="0"/>
          <a:chOff x="0" y="0"/>
          <a:chExt cx="0" cy="0"/>
        </a:xfrm>
      </p:grpSpPr>
      <p:pic>
        <p:nvPicPr>
          <p:cNvPr id="2" name="Imagen 2" descr="Jelou"/>
          <p:cNvPicPr>
            <a:picLocks noChangeAspect="1"/>
          </p:cNvPicPr>
          <p:nvPr/>
        </p:nvPicPr>
        <p:blipFill>
          <a:blip r:embed="rId2"/>
          <a:stretch>
            <a:fillRect/>
          </a:stretch>
        </p:blipFill>
        <p:spPr>
          <a:xfrm>
            <a:off x="10591800" y="406400"/>
            <a:ext cx="914400" cy="235915"/>
          </a:xfrm>
          <a:prstGeom prst="rect">
            <a:avLst/>
          </a:prstGeom>
        </p:spPr>
      </p:pic>
      <p:cxnSp>
        <p:nvCxnSpPr>
          <p:cNvPr id="3" name="Conector 3"/>
          <p:cNvCxnSpPr/>
          <p:nvPr/>
        </p:nvCxnSpPr>
        <p:spPr>
          <a:xfrm>
            <a:off x="685800" y="1041400"/>
            <a:ext cx="254000" cy="0"/>
          </a:xfrm>
          <a:prstGeom prst="line">
            <a:avLst/>
          </a:prstGeom>
          <a:ln w="19050">
            <a:solidFill>
              <a:srgbClr val="00B4C7"/>
            </a:solidFill>
          </a:ln>
        </p:spPr>
      </p:cxnSp>
      <p:sp>
        <p:nvSpPr>
          <p:cNvPr id="4" name="Eyebrow"/>
          <p:cNvSpPr txBox="1"/>
          <p:nvPr/>
        </p:nvSpPr>
        <p:spPr>
          <a:xfrm>
            <a:off x="1054100" y="965200"/>
            <a:ext cx="7620000" cy="203200"/>
          </a:xfrm>
          <a:prstGeom prst="rect">
            <a:avLst/>
          </a:prstGeom>
          <a:noFill/>
        </p:spPr>
        <p:txBody>
          <a:bodyPr wrap="square" lIns="0" tIns="0" rIns="0" bIns="0" rtlCol="0" anchor="t">
            <a:noAutofit/>
          </a:bodyPr>
          <a:lstStyle/>
          <a:p>
            <a:pPr algn="l">
              <a:lnSpc>
                <a:spcPct val="100000"/>
              </a:lnSpc>
              <a:buNone/>
            </a:pPr>
            <a:r>
              <a:rPr lang="es-ES" sz="1100" b="0" spc="200" dirty="0">
                <a:solidFill>
                  <a:srgbClr val="00B4C7"/>
                </a:solidFill>
                <a:latin typeface="Poppins SemiBold"/>
                <a:cs typeface="Poppins SemiBold"/>
              </a:rPr>
              <a:t>RIESGOS A REVISAR</a:t>
            </a:r>
            <a:endParaRPr lang="es-ES" sz="1100" dirty="0"/>
          </a:p>
        </p:txBody>
      </p:sp>
      <p:sp>
        <p:nvSpPr>
          <p:cNvPr id="5" name="Título"/>
          <p:cNvSpPr txBox="1"/>
          <p:nvPr/>
        </p:nvSpPr>
        <p:spPr>
          <a:xfrm>
            <a:off x="685800" y="1320800"/>
            <a:ext cx="9359900" cy="533400"/>
          </a:xfrm>
          <a:prstGeom prst="rect">
            <a:avLst/>
          </a:prstGeom>
          <a:noFill/>
        </p:spPr>
        <p:txBody>
          <a:bodyPr wrap="square" lIns="0" tIns="0" rIns="0" bIns="0" rtlCol="0" anchor="t">
            <a:noAutofit/>
          </a:bodyPr>
          <a:lstStyle/>
          <a:p>
            <a:pPr algn="l">
              <a:lnSpc>
                <a:spcPct val="100000"/>
              </a:lnSpc>
              <a:buNone/>
            </a:pPr>
            <a:r>
              <a:rPr lang="es-ES" sz="2800" b="0" dirty="0">
                <a:solidFill>
                  <a:srgbClr val="151C2A"/>
                </a:solidFill>
                <a:latin typeface="Poppins SemiBold"/>
                <a:cs typeface="Poppins SemiBold"/>
              </a:rPr>
              <a:t>Lo que puede mover el cronograma</a:t>
            </a:r>
            <a:endParaRPr lang="es-ES" sz="2800" dirty="0"/>
          </a:p>
        </p:txBody>
      </p:sp>
      <p:sp>
        <p:nvSpPr>
          <p:cNvPr id="6" name="Riesgo"/>
          <p:cNvSpPr/>
          <p:nvPr/>
        </p:nvSpPr>
        <p:spPr>
          <a:xfrm>
            <a:off x="685800" y="2146300"/>
            <a:ext cx="5270500" cy="1219200"/>
          </a:xfrm>
          <a:prstGeom prst="roundRect">
            <a:avLst>
              <a:gd name="adj" fmla="val 11250"/>
            </a:avLst>
          </a:prstGeom>
          <a:solidFill>
            <a:srgbClr val="FFF4EE"/>
          </a:solidFill>
          <a:ln>
            <a:noFill/>
          </a:ln>
          <a:effectLst/>
        </p:spPr>
        <p:txBody>
          <a:bodyPr rtlCol="0" anchor="ctr"/>
          <a:lstStyle/>
          <a:p>
            <a:endParaRPr lang="es-ES"/>
          </a:p>
        </p:txBody>
      </p:sp>
      <p:pic>
        <p:nvPicPr>
          <p:cNvPr id="7" name="Imagen 7" descr="alerta"/>
          <p:cNvPicPr>
            <a:picLocks noChangeAspect="1"/>
          </p:cNvPicPr>
          <p:nvPr/>
        </p:nvPicPr>
        <p:blipFill>
          <a:blip r:embed="rId3"/>
          <a:stretch>
            <a:fillRect/>
          </a:stretch>
        </p:blipFill>
        <p:spPr>
          <a:xfrm>
            <a:off x="914400" y="2349500"/>
            <a:ext cx="279400" cy="279400"/>
          </a:xfrm>
          <a:prstGeom prst="rect">
            <a:avLst/>
          </a:prstGeom>
        </p:spPr>
      </p:pic>
      <p:sp>
        <p:nvSpPr>
          <p:cNvPr id="8" name="Texto de riesgo"/>
          <p:cNvSpPr txBox="1"/>
          <p:nvPr/>
        </p:nvSpPr>
        <p:spPr>
          <a:xfrm>
            <a:off x="1320800" y="2298700"/>
            <a:ext cx="4406900" cy="939800"/>
          </a:xfrm>
          <a:prstGeom prst="rect">
            <a:avLst/>
          </a:prstGeom>
          <a:noFill/>
        </p:spPr>
        <p:txBody>
          <a:bodyPr wrap="square" lIns="0" tIns="0" rIns="0" bIns="0" rtlCol="0" anchor="t">
            <a:noAutofit/>
          </a:bodyPr>
          <a:lstStyle/>
          <a:p>
            <a:pPr algn="l">
              <a:lnSpc>
                <a:spcPct val="100000"/>
              </a:lnSpc>
              <a:buNone/>
            </a:pPr>
            <a:r>
              <a:rPr lang="es-ES" sz="1200" b="0" dirty="0">
                <a:solidFill>
                  <a:srgbClr val="151C2A"/>
                </a:solidFill>
                <a:latin typeface="Poppins SemiBold"/>
                <a:cs typeface="Poppins SemiBold"/>
              </a:rPr>
              <a:t>Riesgo de ejemplo. </a:t>
            </a:r>
            <a:r>
              <a:rPr lang="es-ES" sz="1200" b="0" dirty="0">
                <a:solidFill>
                  <a:srgbClr val="404040"/>
                </a:solidFill>
                <a:latin typeface="Poppins"/>
                <a:cs typeface="Poppins"/>
              </a:rPr>
              <a:t>Qué puede pasar. Mitigación: Cómo se mitiga.</a:t>
            </a:r>
            <a:endParaRPr lang="es-E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BFF"/>
        </a:solidFill>
        <a:effectLst/>
      </p:bgPr>
    </p:bg>
    <p:spTree>
      <p:nvGrpSpPr>
        <p:cNvPr id="1" name=""/>
        <p:cNvGrpSpPr/>
        <p:nvPr/>
      </p:nvGrpSpPr>
      <p:grpSpPr>
        <a:xfrm>
          <a:off x="0" y="0"/>
          <a:ext cx="0" cy="0"/>
          <a:chOff x="0" y="0"/>
          <a:chExt cx="0" cy="0"/>
        </a:xfrm>
      </p:grpSpPr>
      <p:pic>
        <p:nvPicPr>
          <p:cNvPr id="2" name="Imagen 2" descr="Jelou"/>
          <p:cNvPicPr>
            <a:picLocks noChangeAspect="1"/>
          </p:cNvPicPr>
          <p:nvPr/>
        </p:nvPicPr>
        <p:blipFill>
          <a:blip r:embed="rId2"/>
          <a:stretch>
            <a:fillRect/>
          </a:stretch>
        </p:blipFill>
        <p:spPr>
          <a:xfrm>
            <a:off x="10591800" y="406400"/>
            <a:ext cx="914400" cy="235915"/>
          </a:xfrm>
          <a:prstGeom prst="rect">
            <a:avLst/>
          </a:prstGeom>
        </p:spPr>
      </p:pic>
      <p:cxnSp>
        <p:nvCxnSpPr>
          <p:cNvPr id="3" name="Conector 3"/>
          <p:cNvCxnSpPr/>
          <p:nvPr/>
        </p:nvCxnSpPr>
        <p:spPr>
          <a:xfrm>
            <a:off x="685800" y="1041400"/>
            <a:ext cx="254000" cy="0"/>
          </a:xfrm>
          <a:prstGeom prst="line">
            <a:avLst/>
          </a:prstGeom>
          <a:ln w="19050">
            <a:solidFill>
              <a:srgbClr val="00B4C7"/>
            </a:solidFill>
          </a:ln>
        </p:spPr>
      </p:cxnSp>
      <p:sp>
        <p:nvSpPr>
          <p:cNvPr id="4" name="Eyebrow"/>
          <p:cNvSpPr txBox="1"/>
          <p:nvPr/>
        </p:nvSpPr>
        <p:spPr>
          <a:xfrm>
            <a:off x="1054100" y="965200"/>
            <a:ext cx="7620000" cy="203200"/>
          </a:xfrm>
          <a:prstGeom prst="rect">
            <a:avLst/>
          </a:prstGeom>
          <a:noFill/>
        </p:spPr>
        <p:txBody>
          <a:bodyPr wrap="square" lIns="0" tIns="0" rIns="0" bIns="0" rtlCol="0" anchor="t">
            <a:noAutofit/>
          </a:bodyPr>
          <a:lstStyle/>
          <a:p>
            <a:pPr algn="l">
              <a:lnSpc>
                <a:spcPct val="100000"/>
              </a:lnSpc>
              <a:buNone/>
            </a:pPr>
            <a:r>
              <a:rPr lang="es-ES" sz="1100" b="0" spc="200" dirty="0">
                <a:solidFill>
                  <a:srgbClr val="00B4C7"/>
                </a:solidFill>
                <a:latin typeface="Poppins SemiBold"/>
                <a:cs typeface="Poppins SemiBold"/>
              </a:rPr>
              <a:t>BLOQUE 6</a:t>
            </a:r>
            <a:endParaRPr lang="es-ES" sz="1100" dirty="0"/>
          </a:p>
        </p:txBody>
      </p:sp>
      <p:sp>
        <p:nvSpPr>
          <p:cNvPr id="5" name="Título"/>
          <p:cNvSpPr txBox="1"/>
          <p:nvPr/>
        </p:nvSpPr>
        <p:spPr>
          <a:xfrm>
            <a:off x="685800" y="1320800"/>
            <a:ext cx="9359900" cy="533400"/>
          </a:xfrm>
          <a:prstGeom prst="rect">
            <a:avLst/>
          </a:prstGeom>
          <a:noFill/>
        </p:spPr>
        <p:txBody>
          <a:bodyPr wrap="square" lIns="0" tIns="0" rIns="0" bIns="0" rtlCol="0" anchor="t">
            <a:noAutofit/>
          </a:bodyPr>
          <a:lstStyle/>
          <a:p>
            <a:pPr algn="l">
              <a:lnSpc>
                <a:spcPct val="100000"/>
              </a:lnSpc>
              <a:buNone/>
            </a:pPr>
            <a:r>
              <a:rPr lang="es-ES" sz="2800" b="0" dirty="0">
                <a:solidFill>
                  <a:srgbClr val="151C2A"/>
                </a:solidFill>
                <a:latin typeface="Poppins SemiBold"/>
                <a:cs typeface="Poppins SemiBold"/>
              </a:rPr>
              <a:t>Entregables y próximos pasos</a:t>
            </a:r>
            <a:endParaRPr lang="es-ES" sz="2800" dirty="0"/>
          </a:p>
        </p:txBody>
      </p:sp>
      <p:sp>
        <p:nvSpPr>
          <p:cNvPr id="6" name="Subtítulo"/>
          <p:cNvSpPr txBox="1"/>
          <p:nvPr/>
        </p:nvSpPr>
        <p:spPr>
          <a:xfrm>
            <a:off x="685800" y="1930400"/>
            <a:ext cx="10820400" cy="203200"/>
          </a:xfrm>
          <a:prstGeom prst="rect">
            <a:avLst/>
          </a:prstGeom>
          <a:noFill/>
        </p:spPr>
        <p:txBody>
          <a:bodyPr wrap="square" lIns="0" tIns="0" rIns="0" bIns="0" rtlCol="0" anchor="t">
            <a:noAutofit/>
          </a:bodyPr>
          <a:lstStyle/>
          <a:p>
            <a:pPr algn="l">
              <a:lnSpc>
                <a:spcPct val="100000"/>
              </a:lnSpc>
              <a:buNone/>
            </a:pPr>
            <a:r>
              <a:rPr lang="es-ES" sz="1200" b="0" dirty="0">
                <a:solidFill>
                  <a:srgbClr val="206C83"/>
                </a:solidFill>
                <a:latin typeface="Poppins Medium"/>
                <a:cs typeface="Poppins Medium"/>
              </a:rPr>
              <a:t>El cronograma arranca con la firma del SOW; los días hábiles se confirman en el SOW.</a:t>
            </a:r>
            <a:endParaRPr lang="es-ES" sz="1200" dirty="0"/>
          </a:p>
        </p:txBody>
      </p:sp>
      <p:sp>
        <p:nvSpPr>
          <p:cNvPr id="7" name="Número"/>
          <p:cNvSpPr txBox="1"/>
          <p:nvPr/>
        </p:nvSpPr>
        <p:spPr>
          <a:xfrm>
            <a:off x="685800" y="2540000"/>
            <a:ext cx="457200" cy="549910"/>
          </a:xfrm>
          <a:prstGeom prst="rect">
            <a:avLst/>
          </a:prstGeom>
          <a:noFill/>
        </p:spPr>
        <p:txBody>
          <a:bodyPr wrap="square" lIns="0" tIns="0" rIns="0" bIns="0" rtlCol="0" anchor="ctr">
            <a:noAutofit/>
          </a:bodyPr>
          <a:lstStyle/>
          <a:p>
            <a:pPr algn="l">
              <a:lnSpc>
                <a:spcPct val="100000"/>
              </a:lnSpc>
              <a:buNone/>
            </a:pPr>
            <a:r>
              <a:rPr lang="es-ES" sz="1400" b="0" dirty="0">
                <a:solidFill>
                  <a:srgbClr val="00B4C7"/>
                </a:solidFill>
                <a:latin typeface="Poppins"/>
                <a:cs typeface="Poppins"/>
              </a:rPr>
              <a:t>01</a:t>
            </a:r>
            <a:endParaRPr lang="es-ES" sz="1400" dirty="0"/>
          </a:p>
        </p:txBody>
      </p:sp>
      <p:sp>
        <p:nvSpPr>
          <p:cNvPr id="8" name="Hito"/>
          <p:cNvSpPr txBox="1"/>
          <p:nvPr/>
        </p:nvSpPr>
        <p:spPr>
          <a:xfrm>
            <a:off x="1231900" y="2540000"/>
            <a:ext cx="2730500" cy="549910"/>
          </a:xfrm>
          <a:prstGeom prst="rect">
            <a:avLst/>
          </a:prstGeom>
          <a:noFill/>
        </p:spPr>
        <p:txBody>
          <a:bodyPr wrap="square" lIns="0" tIns="0" rIns="0" bIns="0" rtlCol="0" anchor="ctr">
            <a:noAutofit/>
          </a:bodyPr>
          <a:lstStyle/>
          <a:p>
            <a:pPr algn="l">
              <a:lnSpc>
                <a:spcPct val="100000"/>
              </a:lnSpc>
              <a:buNone/>
            </a:pPr>
            <a:r>
              <a:rPr lang="es-ES" sz="1300" b="0" dirty="0">
                <a:solidFill>
                  <a:srgbClr val="151C2A"/>
                </a:solidFill>
                <a:latin typeface="Poppins SemiBold"/>
                <a:cs typeface="Poppins SemiBold"/>
              </a:rPr>
              <a:t>Planificación y alcance</a:t>
            </a:r>
            <a:endParaRPr lang="es-ES" sz="1300" dirty="0"/>
          </a:p>
        </p:txBody>
      </p:sp>
      <p:sp>
        <p:nvSpPr>
          <p:cNvPr id="9" name="Descripción"/>
          <p:cNvSpPr txBox="1"/>
          <p:nvPr/>
        </p:nvSpPr>
        <p:spPr>
          <a:xfrm>
            <a:off x="4127500" y="2540000"/>
            <a:ext cx="5143500" cy="549910"/>
          </a:xfrm>
          <a:prstGeom prst="rect">
            <a:avLst/>
          </a:prstGeom>
          <a:noFill/>
        </p:spPr>
        <p:txBody>
          <a:bodyPr wrap="square" lIns="0" tIns="0" rIns="0" bIns="0" rtlCol="0" anchor="ctr">
            <a:noAutofit/>
          </a:bodyPr>
          <a:lstStyle/>
          <a:p>
            <a:pPr algn="l">
              <a:lnSpc>
                <a:spcPct val="100000"/>
              </a:lnSpc>
              <a:buNone/>
            </a:pPr>
            <a:r>
              <a:rPr lang="es-ES" sz="1200" b="0" dirty="0">
                <a:solidFill>
                  <a:srgbClr val="404040"/>
                </a:solidFill>
                <a:latin typeface="Poppins"/>
                <a:cs typeface="Poppins"/>
              </a:rPr>
              <a:t>Cerrar supuestos y emitir el SOW para firma.</a:t>
            </a:r>
            <a:endParaRPr lang="es-ES" sz="1200" dirty="0"/>
          </a:p>
        </p:txBody>
      </p:sp>
      <p:sp>
        <p:nvSpPr>
          <p:cNvPr id="10" name="Responsable"/>
          <p:cNvSpPr/>
          <p:nvPr/>
        </p:nvSpPr>
        <p:spPr>
          <a:xfrm>
            <a:off x="10248900" y="2668905"/>
            <a:ext cx="1257300" cy="292100"/>
          </a:xfrm>
          <a:prstGeom prst="roundRect">
            <a:avLst>
              <a:gd name="adj" fmla="val 50000"/>
            </a:avLst>
          </a:prstGeom>
          <a:noFill/>
          <a:ln w="12700">
            <a:solidFill>
              <a:srgbClr val="00B4C7"/>
            </a:solidFill>
          </a:ln>
          <a:effectLst/>
        </p:spPr>
        <p:txBody>
          <a:bodyPr wrap="square" lIns="0" tIns="0" rIns="0" bIns="0" rtlCol="0" anchor="ctr">
            <a:noAutofit/>
          </a:bodyPr>
          <a:lstStyle/>
          <a:p>
            <a:pPr algn="ctr">
              <a:lnSpc>
                <a:spcPct val="100000"/>
              </a:lnSpc>
              <a:buNone/>
            </a:pPr>
            <a:r>
              <a:rPr lang="es-ES" sz="1000" b="0" dirty="0">
                <a:solidFill>
                  <a:srgbClr val="206C83"/>
                </a:solidFill>
                <a:latin typeface="Poppins SemiBold"/>
                <a:cs typeface="Poppins SemiBold"/>
              </a:rPr>
              <a:t>Jelou + cliente</a:t>
            </a:r>
            <a:endParaRPr lang="es-ES" sz="1000" dirty="0"/>
          </a:p>
        </p:txBody>
      </p:sp>
      <p:cxnSp>
        <p:nvCxnSpPr>
          <p:cNvPr id="11" name="Conector 11"/>
          <p:cNvCxnSpPr/>
          <p:nvPr/>
        </p:nvCxnSpPr>
        <p:spPr>
          <a:xfrm>
            <a:off x="685800" y="3089910"/>
            <a:ext cx="10820400" cy="0"/>
          </a:xfrm>
          <a:prstGeom prst="line">
            <a:avLst/>
          </a:prstGeom>
          <a:ln w="9525">
            <a:solidFill>
              <a:srgbClr val="D9E1E8"/>
            </a:solidFill>
          </a:ln>
        </p:spPr>
      </p:cxnSp>
      <p:sp>
        <p:nvSpPr>
          <p:cNvPr id="12" name="Número"/>
          <p:cNvSpPr txBox="1"/>
          <p:nvPr/>
        </p:nvSpPr>
        <p:spPr>
          <a:xfrm>
            <a:off x="685800" y="3089910"/>
            <a:ext cx="457200" cy="549910"/>
          </a:xfrm>
          <a:prstGeom prst="rect">
            <a:avLst/>
          </a:prstGeom>
          <a:noFill/>
        </p:spPr>
        <p:txBody>
          <a:bodyPr wrap="square" lIns="0" tIns="0" rIns="0" bIns="0" rtlCol="0" anchor="ctr">
            <a:noAutofit/>
          </a:bodyPr>
          <a:lstStyle/>
          <a:p>
            <a:pPr algn="l">
              <a:lnSpc>
                <a:spcPct val="100000"/>
              </a:lnSpc>
              <a:buNone/>
            </a:pPr>
            <a:r>
              <a:rPr lang="es-ES" sz="1400" b="0" dirty="0">
                <a:solidFill>
                  <a:srgbClr val="00B4C7"/>
                </a:solidFill>
                <a:latin typeface="Poppins"/>
                <a:cs typeface="Poppins"/>
              </a:rPr>
              <a:t>02</a:t>
            </a:r>
            <a:endParaRPr lang="es-ES" sz="1400" dirty="0"/>
          </a:p>
        </p:txBody>
      </p:sp>
      <p:sp>
        <p:nvSpPr>
          <p:cNvPr id="13" name="Hito"/>
          <p:cNvSpPr txBox="1"/>
          <p:nvPr/>
        </p:nvSpPr>
        <p:spPr>
          <a:xfrm>
            <a:off x="1231900" y="3089910"/>
            <a:ext cx="2730500" cy="549910"/>
          </a:xfrm>
          <a:prstGeom prst="rect">
            <a:avLst/>
          </a:prstGeom>
          <a:noFill/>
        </p:spPr>
        <p:txBody>
          <a:bodyPr wrap="square" lIns="0" tIns="0" rIns="0" bIns="0" rtlCol="0" anchor="ctr">
            <a:noAutofit/>
          </a:bodyPr>
          <a:lstStyle/>
          <a:p>
            <a:pPr algn="l">
              <a:lnSpc>
                <a:spcPct val="100000"/>
              </a:lnSpc>
              <a:buNone/>
            </a:pPr>
            <a:r>
              <a:rPr lang="es-ES" sz="1300" b="0" dirty="0">
                <a:solidFill>
                  <a:srgbClr val="151C2A"/>
                </a:solidFill>
                <a:latin typeface="Poppins SemiBold"/>
                <a:cs typeface="Poppins SemiBold"/>
              </a:rPr>
              <a:t>Construcción</a:t>
            </a:r>
            <a:endParaRPr lang="es-ES" sz="1300" dirty="0"/>
          </a:p>
        </p:txBody>
      </p:sp>
      <p:sp>
        <p:nvSpPr>
          <p:cNvPr id="14" name="Descripción"/>
          <p:cNvSpPr txBox="1"/>
          <p:nvPr/>
        </p:nvSpPr>
        <p:spPr>
          <a:xfrm>
            <a:off x="4127500" y="3089910"/>
            <a:ext cx="5143500" cy="549910"/>
          </a:xfrm>
          <a:prstGeom prst="rect">
            <a:avLst/>
          </a:prstGeom>
          <a:noFill/>
        </p:spPr>
        <p:txBody>
          <a:bodyPr wrap="square" lIns="0" tIns="0" rIns="0" bIns="0" rtlCol="0" anchor="ctr">
            <a:noAutofit/>
          </a:bodyPr>
          <a:lstStyle/>
          <a:p>
            <a:pPr algn="l">
              <a:lnSpc>
                <a:spcPct val="100000"/>
              </a:lnSpc>
              <a:buNone/>
            </a:pPr>
            <a:r>
              <a:rPr lang="es-ES" sz="1200" b="0" dirty="0">
                <a:solidFill>
                  <a:srgbClr val="404040"/>
                </a:solidFill>
                <a:latin typeface="Poppins"/>
                <a:cs typeface="Poppins"/>
              </a:rPr>
              <a:t>Flujos, integraciones y componentes del alcance.</a:t>
            </a:r>
            <a:endParaRPr lang="es-ES" sz="1200" dirty="0"/>
          </a:p>
        </p:txBody>
      </p:sp>
      <p:sp>
        <p:nvSpPr>
          <p:cNvPr id="15" name="Responsable"/>
          <p:cNvSpPr/>
          <p:nvPr/>
        </p:nvSpPr>
        <p:spPr>
          <a:xfrm>
            <a:off x="10833100" y="3218815"/>
            <a:ext cx="673100" cy="292100"/>
          </a:xfrm>
          <a:prstGeom prst="roundRect">
            <a:avLst>
              <a:gd name="adj" fmla="val 50000"/>
            </a:avLst>
          </a:prstGeom>
          <a:noFill/>
          <a:ln w="12700">
            <a:solidFill>
              <a:srgbClr val="00B4C7"/>
            </a:solidFill>
          </a:ln>
          <a:effectLst/>
        </p:spPr>
        <p:txBody>
          <a:bodyPr wrap="square" lIns="0" tIns="0" rIns="0" bIns="0" rtlCol="0" anchor="ctr">
            <a:noAutofit/>
          </a:bodyPr>
          <a:lstStyle/>
          <a:p>
            <a:pPr algn="ctr">
              <a:lnSpc>
                <a:spcPct val="100000"/>
              </a:lnSpc>
              <a:buNone/>
            </a:pPr>
            <a:r>
              <a:rPr lang="es-ES" sz="1000" b="0" dirty="0">
                <a:solidFill>
                  <a:srgbClr val="206C83"/>
                </a:solidFill>
                <a:latin typeface="Poppins SemiBold"/>
                <a:cs typeface="Poppins SemiBold"/>
              </a:rPr>
              <a:t>Jelou</a:t>
            </a:r>
            <a:endParaRPr lang="es-ES" sz="1000" dirty="0"/>
          </a:p>
        </p:txBody>
      </p:sp>
      <p:cxnSp>
        <p:nvCxnSpPr>
          <p:cNvPr id="16" name="Conector 16"/>
          <p:cNvCxnSpPr/>
          <p:nvPr/>
        </p:nvCxnSpPr>
        <p:spPr>
          <a:xfrm>
            <a:off x="685800" y="3639820"/>
            <a:ext cx="10820400" cy="0"/>
          </a:xfrm>
          <a:prstGeom prst="line">
            <a:avLst/>
          </a:prstGeom>
          <a:ln w="9525">
            <a:solidFill>
              <a:srgbClr val="D9E1E8"/>
            </a:solidFill>
          </a:ln>
        </p:spPr>
      </p:cxnSp>
      <p:sp>
        <p:nvSpPr>
          <p:cNvPr id="17" name="Número"/>
          <p:cNvSpPr txBox="1"/>
          <p:nvPr/>
        </p:nvSpPr>
        <p:spPr>
          <a:xfrm>
            <a:off x="685800" y="3639820"/>
            <a:ext cx="457200" cy="549910"/>
          </a:xfrm>
          <a:prstGeom prst="rect">
            <a:avLst/>
          </a:prstGeom>
          <a:noFill/>
        </p:spPr>
        <p:txBody>
          <a:bodyPr wrap="square" lIns="0" tIns="0" rIns="0" bIns="0" rtlCol="0" anchor="ctr">
            <a:noAutofit/>
          </a:bodyPr>
          <a:lstStyle/>
          <a:p>
            <a:pPr algn="l">
              <a:lnSpc>
                <a:spcPct val="100000"/>
              </a:lnSpc>
              <a:buNone/>
            </a:pPr>
            <a:r>
              <a:rPr lang="es-ES" sz="1400" b="0" dirty="0">
                <a:solidFill>
                  <a:srgbClr val="00B4C7"/>
                </a:solidFill>
                <a:latin typeface="Poppins"/>
                <a:cs typeface="Poppins"/>
              </a:rPr>
              <a:t>03</a:t>
            </a:r>
            <a:endParaRPr lang="es-ES" sz="1400" dirty="0"/>
          </a:p>
        </p:txBody>
      </p:sp>
      <p:sp>
        <p:nvSpPr>
          <p:cNvPr id="18" name="Hito"/>
          <p:cNvSpPr txBox="1"/>
          <p:nvPr/>
        </p:nvSpPr>
        <p:spPr>
          <a:xfrm>
            <a:off x="1231900" y="3639820"/>
            <a:ext cx="2730500" cy="549910"/>
          </a:xfrm>
          <a:prstGeom prst="rect">
            <a:avLst/>
          </a:prstGeom>
          <a:noFill/>
        </p:spPr>
        <p:txBody>
          <a:bodyPr wrap="square" lIns="0" tIns="0" rIns="0" bIns="0" rtlCol="0" anchor="ctr">
            <a:noAutofit/>
          </a:bodyPr>
          <a:lstStyle/>
          <a:p>
            <a:pPr algn="l">
              <a:lnSpc>
                <a:spcPct val="100000"/>
              </a:lnSpc>
              <a:buNone/>
            </a:pPr>
            <a:r>
              <a:rPr lang="es-ES" sz="1300" b="0" dirty="0">
                <a:solidFill>
                  <a:srgbClr val="151C2A"/>
                </a:solidFill>
                <a:latin typeface="Poppins SemiBold"/>
                <a:cs typeface="Poppins SemiBold"/>
              </a:rPr>
              <a:t>Pruebas internas</a:t>
            </a:r>
            <a:endParaRPr lang="es-ES" sz="1300" dirty="0"/>
          </a:p>
        </p:txBody>
      </p:sp>
      <p:sp>
        <p:nvSpPr>
          <p:cNvPr id="19" name="Descripción"/>
          <p:cNvSpPr txBox="1"/>
          <p:nvPr/>
        </p:nvSpPr>
        <p:spPr>
          <a:xfrm>
            <a:off x="4127500" y="3639820"/>
            <a:ext cx="5143500" cy="549910"/>
          </a:xfrm>
          <a:prstGeom prst="rect">
            <a:avLst/>
          </a:prstGeom>
          <a:noFill/>
        </p:spPr>
        <p:txBody>
          <a:bodyPr wrap="square" lIns="0" tIns="0" rIns="0" bIns="0" rtlCol="0" anchor="ctr">
            <a:noAutofit/>
          </a:bodyPr>
          <a:lstStyle/>
          <a:p>
            <a:pPr algn="l">
              <a:lnSpc>
                <a:spcPct val="100000"/>
              </a:lnSpc>
              <a:buNone/>
            </a:pPr>
            <a:r>
              <a:rPr lang="es-ES" sz="1200" b="0" dirty="0">
                <a:solidFill>
                  <a:srgbClr val="404040"/>
                </a:solidFill>
                <a:latin typeface="Poppins"/>
                <a:cs typeface="Poppins"/>
              </a:rPr>
              <a:t>Test plan a partir de los criterios de aceptación.</a:t>
            </a:r>
            <a:endParaRPr lang="es-ES" sz="1200" dirty="0"/>
          </a:p>
        </p:txBody>
      </p:sp>
      <p:sp>
        <p:nvSpPr>
          <p:cNvPr id="20" name="Responsable"/>
          <p:cNvSpPr/>
          <p:nvPr/>
        </p:nvSpPr>
        <p:spPr>
          <a:xfrm>
            <a:off x="10833100" y="3768725"/>
            <a:ext cx="673100" cy="292100"/>
          </a:xfrm>
          <a:prstGeom prst="roundRect">
            <a:avLst>
              <a:gd name="adj" fmla="val 50000"/>
            </a:avLst>
          </a:prstGeom>
          <a:noFill/>
          <a:ln w="12700">
            <a:solidFill>
              <a:srgbClr val="00B4C7"/>
            </a:solidFill>
          </a:ln>
          <a:effectLst/>
        </p:spPr>
        <p:txBody>
          <a:bodyPr wrap="square" lIns="0" tIns="0" rIns="0" bIns="0" rtlCol="0" anchor="ctr">
            <a:noAutofit/>
          </a:bodyPr>
          <a:lstStyle/>
          <a:p>
            <a:pPr algn="ctr">
              <a:lnSpc>
                <a:spcPct val="100000"/>
              </a:lnSpc>
              <a:buNone/>
            </a:pPr>
            <a:r>
              <a:rPr lang="es-ES" sz="1000" b="0" dirty="0">
                <a:solidFill>
                  <a:srgbClr val="206C83"/>
                </a:solidFill>
                <a:latin typeface="Poppins SemiBold"/>
                <a:cs typeface="Poppins SemiBold"/>
              </a:rPr>
              <a:t>Jelou</a:t>
            </a:r>
            <a:endParaRPr lang="es-ES" sz="1000" dirty="0"/>
          </a:p>
        </p:txBody>
      </p:sp>
      <p:cxnSp>
        <p:nvCxnSpPr>
          <p:cNvPr id="21" name="Conector 21"/>
          <p:cNvCxnSpPr/>
          <p:nvPr/>
        </p:nvCxnSpPr>
        <p:spPr>
          <a:xfrm>
            <a:off x="685800" y="4189730"/>
            <a:ext cx="10820400" cy="0"/>
          </a:xfrm>
          <a:prstGeom prst="line">
            <a:avLst/>
          </a:prstGeom>
          <a:ln w="9525">
            <a:solidFill>
              <a:srgbClr val="D9E1E8"/>
            </a:solidFill>
          </a:ln>
        </p:spPr>
      </p:cxnSp>
      <p:sp>
        <p:nvSpPr>
          <p:cNvPr id="22" name="Número"/>
          <p:cNvSpPr txBox="1"/>
          <p:nvPr/>
        </p:nvSpPr>
        <p:spPr>
          <a:xfrm>
            <a:off x="685800" y="4189730"/>
            <a:ext cx="457200" cy="549910"/>
          </a:xfrm>
          <a:prstGeom prst="rect">
            <a:avLst/>
          </a:prstGeom>
          <a:noFill/>
        </p:spPr>
        <p:txBody>
          <a:bodyPr wrap="square" lIns="0" tIns="0" rIns="0" bIns="0" rtlCol="0" anchor="ctr">
            <a:noAutofit/>
          </a:bodyPr>
          <a:lstStyle/>
          <a:p>
            <a:pPr algn="l">
              <a:lnSpc>
                <a:spcPct val="100000"/>
              </a:lnSpc>
              <a:buNone/>
            </a:pPr>
            <a:r>
              <a:rPr lang="es-ES" sz="1400" b="0" dirty="0">
                <a:solidFill>
                  <a:srgbClr val="00B4C7"/>
                </a:solidFill>
                <a:latin typeface="Poppins"/>
                <a:cs typeface="Poppins"/>
              </a:rPr>
              <a:t>04</a:t>
            </a:r>
            <a:endParaRPr lang="es-ES" sz="1400" dirty="0"/>
          </a:p>
        </p:txBody>
      </p:sp>
      <p:sp>
        <p:nvSpPr>
          <p:cNvPr id="23" name="Hito"/>
          <p:cNvSpPr txBox="1"/>
          <p:nvPr/>
        </p:nvSpPr>
        <p:spPr>
          <a:xfrm>
            <a:off x="1231900" y="4189730"/>
            <a:ext cx="2730500" cy="549910"/>
          </a:xfrm>
          <a:prstGeom prst="rect">
            <a:avLst/>
          </a:prstGeom>
          <a:noFill/>
        </p:spPr>
        <p:txBody>
          <a:bodyPr wrap="square" lIns="0" tIns="0" rIns="0" bIns="0" rtlCol="0" anchor="ctr">
            <a:noAutofit/>
          </a:bodyPr>
          <a:lstStyle/>
          <a:p>
            <a:pPr algn="l">
              <a:lnSpc>
                <a:spcPct val="100000"/>
              </a:lnSpc>
              <a:buNone/>
            </a:pPr>
            <a:r>
              <a:rPr lang="es-ES" sz="1300" b="0" dirty="0">
                <a:solidFill>
                  <a:srgbClr val="151C2A"/>
                </a:solidFill>
                <a:latin typeface="Poppins SemiBold"/>
                <a:cs typeface="Poppins SemiBold"/>
              </a:rPr>
              <a:t>Pruebas del cliente (UAT)</a:t>
            </a:r>
            <a:endParaRPr lang="es-ES" sz="1300" dirty="0"/>
          </a:p>
        </p:txBody>
      </p:sp>
      <p:sp>
        <p:nvSpPr>
          <p:cNvPr id="24" name="Descripción"/>
          <p:cNvSpPr txBox="1"/>
          <p:nvPr/>
        </p:nvSpPr>
        <p:spPr>
          <a:xfrm>
            <a:off x="4127500" y="4189730"/>
            <a:ext cx="5143500" cy="549910"/>
          </a:xfrm>
          <a:prstGeom prst="rect">
            <a:avLst/>
          </a:prstGeom>
          <a:noFill/>
        </p:spPr>
        <p:txBody>
          <a:bodyPr wrap="square" lIns="0" tIns="0" rIns="0" bIns="0" rtlCol="0" anchor="ctr">
            <a:noAutofit/>
          </a:bodyPr>
          <a:lstStyle/>
          <a:p>
            <a:pPr algn="l">
              <a:lnSpc>
                <a:spcPct val="100000"/>
              </a:lnSpc>
              <a:buNone/>
            </a:pPr>
            <a:r>
              <a:rPr lang="es-ES" sz="1200" b="0" dirty="0">
                <a:solidFill>
                  <a:srgbClr val="404040"/>
                </a:solidFill>
                <a:latin typeface="Poppins"/>
                <a:cs typeface="Poppins"/>
              </a:rPr>
              <a:t>El cliente prueba dentro de las fechas del cronograma.</a:t>
            </a:r>
            <a:endParaRPr lang="es-ES" sz="1200" dirty="0"/>
          </a:p>
        </p:txBody>
      </p:sp>
      <p:sp>
        <p:nvSpPr>
          <p:cNvPr id="25" name="Responsable"/>
          <p:cNvSpPr/>
          <p:nvPr/>
        </p:nvSpPr>
        <p:spPr>
          <a:xfrm>
            <a:off x="10731500" y="4318635"/>
            <a:ext cx="774700" cy="292100"/>
          </a:xfrm>
          <a:prstGeom prst="roundRect">
            <a:avLst>
              <a:gd name="adj" fmla="val 50000"/>
            </a:avLst>
          </a:prstGeom>
          <a:noFill/>
          <a:ln w="12700">
            <a:solidFill>
              <a:srgbClr val="00B4C7"/>
            </a:solidFill>
          </a:ln>
          <a:effectLst/>
        </p:spPr>
        <p:txBody>
          <a:bodyPr wrap="square" lIns="0" tIns="0" rIns="0" bIns="0" rtlCol="0" anchor="ctr">
            <a:noAutofit/>
          </a:bodyPr>
          <a:lstStyle/>
          <a:p>
            <a:pPr algn="ctr">
              <a:lnSpc>
                <a:spcPct val="100000"/>
              </a:lnSpc>
              <a:buNone/>
            </a:pPr>
            <a:r>
              <a:rPr lang="es-ES" sz="1000" b="0" dirty="0">
                <a:solidFill>
                  <a:srgbClr val="206C83"/>
                </a:solidFill>
                <a:latin typeface="Poppins SemiBold"/>
                <a:cs typeface="Poppins SemiBold"/>
              </a:rPr>
              <a:t>Cliente</a:t>
            </a:r>
            <a:endParaRPr lang="es-ES" sz="1000" dirty="0"/>
          </a:p>
        </p:txBody>
      </p:sp>
      <p:cxnSp>
        <p:nvCxnSpPr>
          <p:cNvPr id="26" name="Conector 26"/>
          <p:cNvCxnSpPr/>
          <p:nvPr/>
        </p:nvCxnSpPr>
        <p:spPr>
          <a:xfrm>
            <a:off x="685800" y="4739640"/>
            <a:ext cx="10820400" cy="0"/>
          </a:xfrm>
          <a:prstGeom prst="line">
            <a:avLst/>
          </a:prstGeom>
          <a:ln w="9525">
            <a:solidFill>
              <a:srgbClr val="D9E1E8"/>
            </a:solidFill>
          </a:ln>
        </p:spPr>
      </p:cxnSp>
      <p:sp>
        <p:nvSpPr>
          <p:cNvPr id="27" name="Número"/>
          <p:cNvSpPr txBox="1"/>
          <p:nvPr/>
        </p:nvSpPr>
        <p:spPr>
          <a:xfrm>
            <a:off x="685800" y="4739640"/>
            <a:ext cx="457200" cy="549910"/>
          </a:xfrm>
          <a:prstGeom prst="rect">
            <a:avLst/>
          </a:prstGeom>
          <a:noFill/>
        </p:spPr>
        <p:txBody>
          <a:bodyPr wrap="square" lIns="0" tIns="0" rIns="0" bIns="0" rtlCol="0" anchor="ctr">
            <a:noAutofit/>
          </a:bodyPr>
          <a:lstStyle/>
          <a:p>
            <a:pPr algn="l">
              <a:lnSpc>
                <a:spcPct val="100000"/>
              </a:lnSpc>
              <a:buNone/>
            </a:pPr>
            <a:r>
              <a:rPr lang="es-ES" sz="1400" b="0" dirty="0">
                <a:solidFill>
                  <a:srgbClr val="00B4C7"/>
                </a:solidFill>
                <a:latin typeface="Poppins"/>
                <a:cs typeface="Poppins"/>
              </a:rPr>
              <a:t>05</a:t>
            </a:r>
            <a:endParaRPr lang="es-ES" sz="1400" dirty="0"/>
          </a:p>
        </p:txBody>
      </p:sp>
      <p:sp>
        <p:nvSpPr>
          <p:cNvPr id="28" name="Hito"/>
          <p:cNvSpPr txBox="1"/>
          <p:nvPr/>
        </p:nvSpPr>
        <p:spPr>
          <a:xfrm>
            <a:off x="1231900" y="4739640"/>
            <a:ext cx="2730500" cy="549910"/>
          </a:xfrm>
          <a:prstGeom prst="rect">
            <a:avLst/>
          </a:prstGeom>
          <a:noFill/>
        </p:spPr>
        <p:txBody>
          <a:bodyPr wrap="square" lIns="0" tIns="0" rIns="0" bIns="0" rtlCol="0" anchor="ctr">
            <a:noAutofit/>
          </a:bodyPr>
          <a:lstStyle/>
          <a:p>
            <a:pPr algn="l">
              <a:lnSpc>
                <a:spcPct val="100000"/>
              </a:lnSpc>
              <a:buNone/>
            </a:pPr>
            <a:r>
              <a:rPr lang="es-ES" sz="1300" b="0" dirty="0">
                <a:solidFill>
                  <a:srgbClr val="151C2A"/>
                </a:solidFill>
                <a:latin typeface="Poppins SemiBold"/>
                <a:cs typeface="Poppins SemiBold"/>
              </a:rPr>
              <a:t>Producción y estabilización</a:t>
            </a:r>
            <a:endParaRPr lang="es-ES" sz="1300" dirty="0"/>
          </a:p>
        </p:txBody>
      </p:sp>
      <p:sp>
        <p:nvSpPr>
          <p:cNvPr id="29" name="Descripción"/>
          <p:cNvSpPr txBox="1"/>
          <p:nvPr/>
        </p:nvSpPr>
        <p:spPr>
          <a:xfrm>
            <a:off x="4127500" y="4739640"/>
            <a:ext cx="5143500" cy="549910"/>
          </a:xfrm>
          <a:prstGeom prst="rect">
            <a:avLst/>
          </a:prstGeom>
          <a:noFill/>
        </p:spPr>
        <p:txBody>
          <a:bodyPr wrap="square" lIns="0" tIns="0" rIns="0" bIns="0" rtlCol="0" anchor="ctr">
            <a:noAutofit/>
          </a:bodyPr>
          <a:lstStyle/>
          <a:p>
            <a:pPr algn="l">
              <a:lnSpc>
                <a:spcPct val="100000"/>
              </a:lnSpc>
              <a:buNone/>
            </a:pPr>
            <a:r>
              <a:rPr lang="es-ES" sz="1200" b="0" dirty="0">
                <a:solidFill>
                  <a:srgbClr val="404040"/>
                </a:solidFill>
                <a:latin typeface="Poppins"/>
                <a:cs typeface="Poppins"/>
              </a:rPr>
              <a:t>Primeros usuarios y acta de cierre.</a:t>
            </a:r>
            <a:endParaRPr lang="es-ES" sz="1200" dirty="0"/>
          </a:p>
        </p:txBody>
      </p:sp>
      <p:sp>
        <p:nvSpPr>
          <p:cNvPr id="30" name="Responsable"/>
          <p:cNvSpPr/>
          <p:nvPr/>
        </p:nvSpPr>
        <p:spPr>
          <a:xfrm>
            <a:off x="10248900" y="4868545"/>
            <a:ext cx="1257300" cy="292100"/>
          </a:xfrm>
          <a:prstGeom prst="roundRect">
            <a:avLst>
              <a:gd name="adj" fmla="val 50000"/>
            </a:avLst>
          </a:prstGeom>
          <a:noFill/>
          <a:ln w="12700">
            <a:solidFill>
              <a:srgbClr val="00B4C7"/>
            </a:solidFill>
          </a:ln>
          <a:effectLst/>
        </p:spPr>
        <p:txBody>
          <a:bodyPr wrap="square" lIns="0" tIns="0" rIns="0" bIns="0" rtlCol="0" anchor="ctr">
            <a:noAutofit/>
          </a:bodyPr>
          <a:lstStyle/>
          <a:p>
            <a:pPr algn="ctr">
              <a:lnSpc>
                <a:spcPct val="100000"/>
              </a:lnSpc>
              <a:buNone/>
            </a:pPr>
            <a:r>
              <a:rPr lang="es-ES" sz="1000" b="0" dirty="0">
                <a:solidFill>
                  <a:srgbClr val="206C83"/>
                </a:solidFill>
                <a:latin typeface="Poppins SemiBold"/>
                <a:cs typeface="Poppins SemiBold"/>
              </a:rPr>
              <a:t>Jelou + cliente</a:t>
            </a:r>
            <a:endParaRPr lang="es-ES" sz="1000" dirty="0"/>
          </a:p>
        </p:txBody>
      </p:sp>
      <p:sp>
        <p:nvSpPr>
          <p:cNvPr id="31" name="Regla de UAT"/>
          <p:cNvSpPr/>
          <p:nvPr/>
        </p:nvSpPr>
        <p:spPr>
          <a:xfrm>
            <a:off x="685800" y="5467350"/>
            <a:ext cx="10820400" cy="882650"/>
          </a:xfrm>
          <a:prstGeom prst="roundRect">
            <a:avLst>
              <a:gd name="adj" fmla="val 15540"/>
            </a:avLst>
          </a:prstGeom>
          <a:solidFill>
            <a:srgbClr val="FFF4EE"/>
          </a:solidFill>
          <a:ln>
            <a:noFill/>
          </a:ln>
          <a:effectLst/>
        </p:spPr>
        <p:txBody>
          <a:bodyPr rtlCol="0" anchor="ctr"/>
          <a:lstStyle/>
          <a:p>
            <a:endParaRPr lang="es-ES"/>
          </a:p>
        </p:txBody>
      </p:sp>
      <p:sp>
        <p:nvSpPr>
          <p:cNvPr id="32" name="Cláusula UAT"/>
          <p:cNvSpPr txBox="1"/>
          <p:nvPr/>
        </p:nvSpPr>
        <p:spPr>
          <a:xfrm>
            <a:off x="914400" y="5594350"/>
            <a:ext cx="10363200" cy="704850"/>
          </a:xfrm>
          <a:prstGeom prst="rect">
            <a:avLst/>
          </a:prstGeom>
          <a:noFill/>
        </p:spPr>
        <p:txBody>
          <a:bodyPr wrap="square" lIns="0" tIns="0" rIns="0" bIns="0" rtlCol="0" anchor="t">
            <a:noAutofit/>
          </a:bodyPr>
          <a:lstStyle/>
          <a:p>
            <a:pPr algn="l">
              <a:lnSpc>
                <a:spcPct val="100000"/>
              </a:lnSpc>
              <a:buNone/>
            </a:pPr>
            <a:r>
              <a:rPr lang="es-ES" sz="1100" b="0" dirty="0">
                <a:solidFill>
                  <a:srgbClr val="151C2A"/>
                </a:solidFill>
                <a:latin typeface="Poppins SemiBold"/>
                <a:cs typeface="Poppins SemiBold"/>
              </a:rPr>
              <a:t>Regla de la UAT: </a:t>
            </a:r>
            <a:r>
              <a:rPr lang="es-ES" sz="1100" b="0" dirty="0">
                <a:solidFill>
                  <a:srgbClr val="404040"/>
                </a:solidFill>
                <a:latin typeface="Poppins"/>
                <a:cs typeface="Poppins"/>
              </a:rPr>
              <a:t>Las pruebas del cliente (UAT) deben ejecutarse dentro de las fechas estipuladas en el cronograma. Si vencida la fecha de cierre de UAT el cliente no ha reportado observaciones por escrito, se entiende que el entregable fue probado y aceptado a conformidad y el proyecto se considera cerrado; las solicitudes posteriores se gestionan como control de cambios.</a:t>
            </a:r>
            <a:endParaRPr lang="es-E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51C2A"/>
        </a:solidFill>
        <a:effectLst/>
      </p:bgPr>
    </p:bg>
    <p:spTree>
      <p:nvGrpSpPr>
        <p:cNvPr id="1" name=""/>
        <p:cNvGrpSpPr/>
        <p:nvPr/>
      </p:nvGrpSpPr>
      <p:grpSpPr>
        <a:xfrm>
          <a:off x="0" y="0"/>
          <a:ext cx="0" cy="0"/>
          <a:chOff x="0" y="0"/>
          <a:chExt cx="0" cy="0"/>
        </a:xfrm>
      </p:grpSpPr>
      <p:pic>
        <p:nvPicPr>
          <p:cNvPr id="2" name="Imagen 2" descr="Jelou"/>
          <p:cNvPicPr>
            <a:picLocks noChangeAspect="1"/>
          </p:cNvPicPr>
          <p:nvPr/>
        </p:nvPicPr>
        <p:blipFill>
          <a:blip r:embed="rId2"/>
          <a:stretch>
            <a:fillRect/>
          </a:stretch>
        </p:blipFill>
        <p:spPr>
          <a:xfrm>
            <a:off x="5562600" y="1905000"/>
            <a:ext cx="1066800" cy="275234"/>
          </a:xfrm>
          <a:prstGeom prst="rect">
            <a:avLst/>
          </a:prstGeom>
        </p:spPr>
      </p:pic>
      <p:sp>
        <p:nvSpPr>
          <p:cNvPr id="3" name="Título"/>
          <p:cNvSpPr txBox="1"/>
          <p:nvPr/>
        </p:nvSpPr>
        <p:spPr>
          <a:xfrm>
            <a:off x="914400" y="2438400"/>
            <a:ext cx="10363200" cy="736600"/>
          </a:xfrm>
          <a:prstGeom prst="rect">
            <a:avLst/>
          </a:prstGeom>
          <a:noFill/>
        </p:spPr>
        <p:txBody>
          <a:bodyPr wrap="square" lIns="0" tIns="0" rIns="0" bIns="0" rtlCol="0" anchor="t">
            <a:noAutofit/>
          </a:bodyPr>
          <a:lstStyle/>
          <a:p>
            <a:pPr algn="ctr">
              <a:lnSpc>
                <a:spcPct val="100000"/>
              </a:lnSpc>
              <a:buNone/>
            </a:pPr>
            <a:r>
              <a:rPr lang="es-ES" sz="4400" b="0" dirty="0">
                <a:solidFill>
                  <a:srgbClr val="FFFFFF"/>
                </a:solidFill>
                <a:latin typeface="Poppins"/>
                <a:cs typeface="Poppins"/>
              </a:rPr>
              <a:t>Gracias</a:t>
            </a:r>
            <a:endParaRPr lang="es-ES" sz="4400" dirty="0"/>
          </a:p>
        </p:txBody>
      </p:sp>
      <p:sp>
        <p:nvSpPr>
          <p:cNvPr id="4" name="Texto"/>
          <p:cNvSpPr txBox="1"/>
          <p:nvPr/>
        </p:nvSpPr>
        <p:spPr>
          <a:xfrm>
            <a:off x="2667000" y="3263900"/>
            <a:ext cx="6858000" cy="533400"/>
          </a:xfrm>
          <a:prstGeom prst="rect">
            <a:avLst/>
          </a:prstGeom>
          <a:noFill/>
        </p:spPr>
        <p:txBody>
          <a:bodyPr wrap="square" lIns="0" tIns="0" rIns="0" bIns="0" rtlCol="0" anchor="t">
            <a:noAutofit/>
          </a:bodyPr>
          <a:lstStyle/>
          <a:p>
            <a:pPr algn="ctr">
              <a:lnSpc>
                <a:spcPct val="100000"/>
              </a:lnSpc>
              <a:buNone/>
            </a:pPr>
            <a:r>
              <a:rPr lang="es-ES" sz="1400" b="0" dirty="0">
                <a:solidFill>
                  <a:srgbClr val="E6F2F4"/>
                </a:solidFill>
                <a:latin typeface="Poppins"/>
                <a:cs typeface="Poppins"/>
              </a:rPr>
              <a:t>Siguiente paso: consolidar las respuestas de esta sesión y cerrar los pendientes antes de emitir el SOW.</a:t>
            </a:r>
            <a:endParaRPr lang="es-ES" sz="1400" dirty="0"/>
          </a:p>
        </p:txBody>
      </p:sp>
      <p:sp>
        <p:nvSpPr>
          <p:cNvPr id="5" name="Pastilla"/>
          <p:cNvSpPr/>
          <p:nvPr/>
        </p:nvSpPr>
        <p:spPr>
          <a:xfrm>
            <a:off x="5334000" y="4152900"/>
            <a:ext cx="1524000" cy="457200"/>
          </a:xfrm>
          <a:prstGeom prst="roundRect">
            <a:avLst>
              <a:gd name="adj" fmla="val 50000"/>
            </a:avLst>
          </a:prstGeom>
          <a:solidFill>
            <a:srgbClr val="00B4C7"/>
          </a:solidFill>
          <a:ln>
            <a:noFill/>
          </a:ln>
          <a:effectLst/>
        </p:spPr>
        <p:txBody>
          <a:bodyPr wrap="square" lIns="0" tIns="0" rIns="0" bIns="0" rtlCol="0" anchor="ctr">
            <a:noAutofit/>
          </a:bodyPr>
          <a:lstStyle/>
          <a:p>
            <a:pPr algn="ctr">
              <a:lnSpc>
                <a:spcPct val="100000"/>
              </a:lnSpc>
              <a:buNone/>
            </a:pPr>
            <a:r>
              <a:rPr lang="es-ES" sz="1200" b="0" dirty="0">
                <a:solidFill>
                  <a:srgbClr val="FFFFFF"/>
                </a:solidFill>
                <a:latin typeface="Poppins SemiBold"/>
                <a:cs typeface="Poppins SemiBold"/>
              </a:rPr>
              <a:t>Próximos pasos</a:t>
            </a:r>
            <a:endParaRPr lang="es-ES" sz="1200" dirty="0"/>
          </a:p>
        </p:txBody>
      </p:sp>
      <p:sp>
        <p:nvSpPr>
          <p:cNvPr id="6" name="Marca"/>
          <p:cNvSpPr txBox="1"/>
          <p:nvPr/>
        </p:nvSpPr>
        <p:spPr>
          <a:xfrm>
            <a:off x="914400" y="4940300"/>
            <a:ext cx="10363200" cy="279400"/>
          </a:xfrm>
          <a:prstGeom prst="rect">
            <a:avLst/>
          </a:prstGeom>
          <a:noFill/>
        </p:spPr>
        <p:txBody>
          <a:bodyPr wrap="square" lIns="0" tIns="0" rIns="0" bIns="0" rtlCol="0" anchor="t">
            <a:noAutofit/>
          </a:bodyPr>
          <a:lstStyle/>
          <a:p>
            <a:pPr algn="ctr">
              <a:lnSpc>
                <a:spcPct val="100000"/>
              </a:lnSpc>
              <a:buNone/>
            </a:pPr>
            <a:r>
              <a:rPr lang="es-ES" sz="1200" b="0" dirty="0">
                <a:solidFill>
                  <a:srgbClr val="E6F2F4"/>
                </a:solidFill>
                <a:latin typeface="Poppins Medium"/>
                <a:cs typeface="Poppins Medium"/>
              </a:rPr>
              <a:t>jelou.ai</a:t>
            </a:r>
            <a:endParaRPr lang="es-E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AFBFF"/>
        </a:solidFill>
        <a:effectLst/>
      </p:bgPr>
    </p:bg>
    <p:spTree>
      <p:nvGrpSpPr>
        <p:cNvPr id="1" name=""/>
        <p:cNvGrpSpPr/>
        <p:nvPr/>
      </p:nvGrpSpPr>
      <p:grpSpPr>
        <a:xfrm>
          <a:off x="0" y="0"/>
          <a:ext cx="0" cy="0"/>
          <a:chOff x="0" y="0"/>
          <a:chExt cx="0" cy="0"/>
        </a:xfrm>
      </p:grpSpPr>
      <p:pic>
        <p:nvPicPr>
          <p:cNvPr id="2" name="Imagen 2" descr="Jelou"/>
          <p:cNvPicPr>
            <a:picLocks noChangeAspect="1"/>
          </p:cNvPicPr>
          <p:nvPr/>
        </p:nvPicPr>
        <p:blipFill>
          <a:blip r:embed="rId2"/>
          <a:stretch>
            <a:fillRect/>
          </a:stretch>
        </p:blipFill>
        <p:spPr>
          <a:xfrm>
            <a:off x="10591800" y="406400"/>
            <a:ext cx="914400" cy="235915"/>
          </a:xfrm>
          <a:prstGeom prst="rect">
            <a:avLst/>
          </a:prstGeom>
        </p:spPr>
      </p:pic>
      <p:cxnSp>
        <p:nvCxnSpPr>
          <p:cNvPr id="3" name="Conector 3"/>
          <p:cNvCxnSpPr/>
          <p:nvPr/>
        </p:nvCxnSpPr>
        <p:spPr>
          <a:xfrm>
            <a:off x="685800" y="1041400"/>
            <a:ext cx="254000" cy="0"/>
          </a:xfrm>
          <a:prstGeom prst="line">
            <a:avLst/>
          </a:prstGeom>
          <a:ln w="19050">
            <a:solidFill>
              <a:srgbClr val="00B4C7"/>
            </a:solidFill>
          </a:ln>
        </p:spPr>
      </p:cxnSp>
      <p:sp>
        <p:nvSpPr>
          <p:cNvPr id="4" name="Eyebrow"/>
          <p:cNvSpPr txBox="1"/>
          <p:nvPr/>
        </p:nvSpPr>
        <p:spPr>
          <a:xfrm>
            <a:off x="1054100" y="965200"/>
            <a:ext cx="7620000" cy="203200"/>
          </a:xfrm>
          <a:prstGeom prst="rect">
            <a:avLst/>
          </a:prstGeom>
          <a:noFill/>
        </p:spPr>
        <p:txBody>
          <a:bodyPr wrap="square" lIns="0" tIns="0" rIns="0" bIns="0" rtlCol="0" anchor="t">
            <a:noAutofit/>
          </a:bodyPr>
          <a:lstStyle/>
          <a:p>
            <a:pPr algn="l">
              <a:lnSpc>
                <a:spcPct val="100000"/>
              </a:lnSpc>
              <a:buNone/>
            </a:pPr>
            <a:r>
              <a:rPr lang="es-ES" sz="1100" b="0" spc="200" dirty="0">
                <a:solidFill>
                  <a:srgbClr val="00B4C7"/>
                </a:solidFill>
                <a:latin typeface="Poppins SemiBold"/>
                <a:cs typeface="Poppins SemiBold"/>
              </a:rPr>
              <a:t>PLANTILLA</a:t>
            </a:r>
            <a:endParaRPr lang="es-ES" sz="1100" dirty="0"/>
          </a:p>
        </p:txBody>
      </p:sp>
      <p:sp>
        <p:nvSpPr>
          <p:cNvPr id="5" name="Título"/>
          <p:cNvSpPr txBox="1"/>
          <p:nvPr/>
        </p:nvSpPr>
        <p:spPr>
          <a:xfrm>
            <a:off x="685800" y="1320800"/>
            <a:ext cx="9359900" cy="533400"/>
          </a:xfrm>
          <a:prstGeom prst="rect">
            <a:avLst/>
          </a:prstGeom>
          <a:noFill/>
        </p:spPr>
        <p:txBody>
          <a:bodyPr wrap="square" lIns="0" tIns="0" rIns="0" bIns="0" rtlCol="0" anchor="t">
            <a:noAutofit/>
          </a:bodyPr>
          <a:lstStyle/>
          <a:p>
            <a:pPr algn="l">
              <a:lnSpc>
                <a:spcPct val="100000"/>
              </a:lnSpc>
              <a:buNone/>
            </a:pPr>
            <a:r>
              <a:rPr lang="es-ES" sz="2800" b="0" dirty="0">
                <a:solidFill>
                  <a:srgbClr val="151C2A"/>
                </a:solidFill>
                <a:latin typeface="Poppins SemiBold"/>
                <a:cs typeface="Poppins SemiBold"/>
              </a:rPr>
              <a:t>Iconos disponibles (campo icono)</a:t>
            </a:r>
            <a:endParaRPr lang="es-ES" sz="2800" dirty="0"/>
          </a:p>
        </p:txBody>
      </p:sp>
      <p:pic>
        <p:nvPicPr>
          <p:cNvPr id="6" name="Imagen 6" descr="users"/>
          <p:cNvPicPr>
            <a:picLocks noChangeAspect="1"/>
          </p:cNvPicPr>
          <p:nvPr/>
        </p:nvPicPr>
        <p:blipFill>
          <a:blip r:embed="rId3"/>
          <a:stretch>
            <a:fillRect/>
          </a:stretch>
        </p:blipFill>
        <p:spPr>
          <a:xfrm>
            <a:off x="1320800" y="2146300"/>
            <a:ext cx="406400" cy="406400"/>
          </a:xfrm>
          <a:prstGeom prst="rect">
            <a:avLst/>
          </a:prstGeom>
        </p:spPr>
      </p:pic>
      <p:sp>
        <p:nvSpPr>
          <p:cNvPr id="7" name="Texto 7"/>
          <p:cNvSpPr txBox="1"/>
          <p:nvPr/>
        </p:nvSpPr>
        <p:spPr>
          <a:xfrm>
            <a:off x="685800" y="2628900"/>
            <a:ext cx="1676400" cy="203200"/>
          </a:xfrm>
          <a:prstGeom prst="rect">
            <a:avLst/>
          </a:prstGeom>
          <a:noFill/>
        </p:spPr>
        <p:txBody>
          <a:bodyPr wrap="square" lIns="0" tIns="0" rIns="0" bIns="0" rtlCol="0" anchor="t">
            <a:noAutofit/>
          </a:bodyPr>
          <a:lstStyle/>
          <a:p>
            <a:pPr algn="ctr">
              <a:lnSpc>
                <a:spcPct val="100000"/>
              </a:lnSpc>
              <a:buNone/>
            </a:pPr>
            <a:r>
              <a:rPr lang="es-ES" sz="1000" b="0" dirty="0">
                <a:solidFill>
                  <a:srgbClr val="206C83"/>
                </a:solidFill>
                <a:latin typeface="Poppins Medium"/>
                <a:cs typeface="Poppins Medium"/>
              </a:rPr>
              <a:t>users</a:t>
            </a:r>
            <a:endParaRPr lang="es-ES" sz="1000" dirty="0"/>
          </a:p>
        </p:txBody>
      </p:sp>
      <p:pic>
        <p:nvPicPr>
          <p:cNvPr id="8" name="Imagen 8" descr="target"/>
          <p:cNvPicPr>
            <a:picLocks noChangeAspect="1"/>
          </p:cNvPicPr>
          <p:nvPr/>
        </p:nvPicPr>
        <p:blipFill>
          <a:blip r:embed="rId4"/>
          <a:stretch>
            <a:fillRect/>
          </a:stretch>
        </p:blipFill>
        <p:spPr>
          <a:xfrm>
            <a:off x="3124200" y="2146300"/>
            <a:ext cx="406400" cy="406400"/>
          </a:xfrm>
          <a:prstGeom prst="rect">
            <a:avLst/>
          </a:prstGeom>
        </p:spPr>
      </p:pic>
      <p:sp>
        <p:nvSpPr>
          <p:cNvPr id="9" name="Texto 9"/>
          <p:cNvSpPr txBox="1"/>
          <p:nvPr/>
        </p:nvSpPr>
        <p:spPr>
          <a:xfrm>
            <a:off x="2489200" y="2628900"/>
            <a:ext cx="1676400" cy="203200"/>
          </a:xfrm>
          <a:prstGeom prst="rect">
            <a:avLst/>
          </a:prstGeom>
          <a:noFill/>
        </p:spPr>
        <p:txBody>
          <a:bodyPr wrap="square" lIns="0" tIns="0" rIns="0" bIns="0" rtlCol="0" anchor="t">
            <a:noAutofit/>
          </a:bodyPr>
          <a:lstStyle/>
          <a:p>
            <a:pPr algn="ctr">
              <a:lnSpc>
                <a:spcPct val="100000"/>
              </a:lnSpc>
              <a:buNone/>
            </a:pPr>
            <a:r>
              <a:rPr lang="es-ES" sz="1000" b="0" dirty="0">
                <a:solidFill>
                  <a:srgbClr val="206C83"/>
                </a:solidFill>
                <a:latin typeface="Poppins Medium"/>
                <a:cs typeface="Poppins Medium"/>
              </a:rPr>
              <a:t>target</a:t>
            </a:r>
            <a:endParaRPr lang="es-ES" sz="1000" dirty="0"/>
          </a:p>
        </p:txBody>
      </p:sp>
      <p:pic>
        <p:nvPicPr>
          <p:cNvPr id="10" name="Imagen 10" descr="workflow"/>
          <p:cNvPicPr>
            <a:picLocks noChangeAspect="1"/>
          </p:cNvPicPr>
          <p:nvPr/>
        </p:nvPicPr>
        <p:blipFill>
          <a:blip r:embed="rId5"/>
          <a:stretch>
            <a:fillRect/>
          </a:stretch>
        </p:blipFill>
        <p:spPr>
          <a:xfrm>
            <a:off x="4927600" y="2146300"/>
            <a:ext cx="406400" cy="406400"/>
          </a:xfrm>
          <a:prstGeom prst="rect">
            <a:avLst/>
          </a:prstGeom>
        </p:spPr>
      </p:pic>
      <p:sp>
        <p:nvSpPr>
          <p:cNvPr id="11" name="Texto 11"/>
          <p:cNvSpPr txBox="1"/>
          <p:nvPr/>
        </p:nvSpPr>
        <p:spPr>
          <a:xfrm>
            <a:off x="4292600" y="2628900"/>
            <a:ext cx="1676400" cy="203200"/>
          </a:xfrm>
          <a:prstGeom prst="rect">
            <a:avLst/>
          </a:prstGeom>
          <a:noFill/>
        </p:spPr>
        <p:txBody>
          <a:bodyPr wrap="square" lIns="0" tIns="0" rIns="0" bIns="0" rtlCol="0" anchor="t">
            <a:noAutofit/>
          </a:bodyPr>
          <a:lstStyle/>
          <a:p>
            <a:pPr algn="ctr">
              <a:lnSpc>
                <a:spcPct val="100000"/>
              </a:lnSpc>
              <a:buNone/>
            </a:pPr>
            <a:r>
              <a:rPr lang="es-ES" sz="1000" b="0" dirty="0">
                <a:solidFill>
                  <a:srgbClr val="206C83"/>
                </a:solidFill>
                <a:latin typeface="Poppins Medium"/>
                <a:cs typeface="Poppins Medium"/>
              </a:rPr>
              <a:t>workflow</a:t>
            </a:r>
            <a:endParaRPr lang="es-ES" sz="1000" dirty="0"/>
          </a:p>
        </p:txBody>
      </p:sp>
      <p:pic>
        <p:nvPicPr>
          <p:cNvPr id="12" name="Imagen 12" descr="comments"/>
          <p:cNvPicPr>
            <a:picLocks noChangeAspect="1"/>
          </p:cNvPicPr>
          <p:nvPr/>
        </p:nvPicPr>
        <p:blipFill>
          <a:blip r:embed="rId6"/>
          <a:stretch>
            <a:fillRect/>
          </a:stretch>
        </p:blipFill>
        <p:spPr>
          <a:xfrm>
            <a:off x="6731000" y="2146300"/>
            <a:ext cx="406400" cy="406400"/>
          </a:xfrm>
          <a:prstGeom prst="rect">
            <a:avLst/>
          </a:prstGeom>
        </p:spPr>
      </p:pic>
      <p:sp>
        <p:nvSpPr>
          <p:cNvPr id="13" name="Texto 13"/>
          <p:cNvSpPr txBox="1"/>
          <p:nvPr/>
        </p:nvSpPr>
        <p:spPr>
          <a:xfrm>
            <a:off x="6096000" y="2628900"/>
            <a:ext cx="1676400" cy="203200"/>
          </a:xfrm>
          <a:prstGeom prst="rect">
            <a:avLst/>
          </a:prstGeom>
          <a:noFill/>
        </p:spPr>
        <p:txBody>
          <a:bodyPr wrap="square" lIns="0" tIns="0" rIns="0" bIns="0" rtlCol="0" anchor="t">
            <a:noAutofit/>
          </a:bodyPr>
          <a:lstStyle/>
          <a:p>
            <a:pPr algn="ctr">
              <a:lnSpc>
                <a:spcPct val="100000"/>
              </a:lnSpc>
              <a:buNone/>
            </a:pPr>
            <a:r>
              <a:rPr lang="es-ES" sz="1000" b="0" dirty="0">
                <a:solidFill>
                  <a:srgbClr val="206C83"/>
                </a:solidFill>
                <a:latin typeface="Poppins Medium"/>
                <a:cs typeface="Poppins Medium"/>
              </a:rPr>
              <a:t>comments</a:t>
            </a:r>
            <a:endParaRPr lang="es-ES" sz="1000" dirty="0"/>
          </a:p>
        </p:txBody>
      </p:sp>
      <p:pic>
        <p:nvPicPr>
          <p:cNvPr id="14" name="Imagen 14" descr="plug"/>
          <p:cNvPicPr>
            <a:picLocks noChangeAspect="1"/>
          </p:cNvPicPr>
          <p:nvPr/>
        </p:nvPicPr>
        <p:blipFill>
          <a:blip r:embed="rId7"/>
          <a:stretch>
            <a:fillRect/>
          </a:stretch>
        </p:blipFill>
        <p:spPr>
          <a:xfrm>
            <a:off x="8534400" y="2146300"/>
            <a:ext cx="406400" cy="406400"/>
          </a:xfrm>
          <a:prstGeom prst="rect">
            <a:avLst/>
          </a:prstGeom>
        </p:spPr>
      </p:pic>
      <p:sp>
        <p:nvSpPr>
          <p:cNvPr id="15" name="Texto 15"/>
          <p:cNvSpPr txBox="1"/>
          <p:nvPr/>
        </p:nvSpPr>
        <p:spPr>
          <a:xfrm>
            <a:off x="7899400" y="2628900"/>
            <a:ext cx="1676400" cy="203200"/>
          </a:xfrm>
          <a:prstGeom prst="rect">
            <a:avLst/>
          </a:prstGeom>
          <a:noFill/>
        </p:spPr>
        <p:txBody>
          <a:bodyPr wrap="square" lIns="0" tIns="0" rIns="0" bIns="0" rtlCol="0" anchor="t">
            <a:noAutofit/>
          </a:bodyPr>
          <a:lstStyle/>
          <a:p>
            <a:pPr algn="ctr">
              <a:lnSpc>
                <a:spcPct val="100000"/>
              </a:lnSpc>
              <a:buNone/>
            </a:pPr>
            <a:r>
              <a:rPr lang="es-ES" sz="1000" b="0" dirty="0">
                <a:solidFill>
                  <a:srgbClr val="206C83"/>
                </a:solidFill>
                <a:latin typeface="Poppins Medium"/>
                <a:cs typeface="Poppins Medium"/>
              </a:rPr>
              <a:t>plug</a:t>
            </a:r>
            <a:endParaRPr lang="es-ES" sz="1000" dirty="0"/>
          </a:p>
        </p:txBody>
      </p:sp>
      <p:pic>
        <p:nvPicPr>
          <p:cNvPr id="16" name="Imagen 16" descr="calendar"/>
          <p:cNvPicPr>
            <a:picLocks noChangeAspect="1"/>
          </p:cNvPicPr>
          <p:nvPr/>
        </p:nvPicPr>
        <p:blipFill>
          <a:blip r:embed="rId8"/>
          <a:stretch>
            <a:fillRect/>
          </a:stretch>
        </p:blipFill>
        <p:spPr>
          <a:xfrm>
            <a:off x="10337800" y="2146300"/>
            <a:ext cx="406400" cy="406400"/>
          </a:xfrm>
          <a:prstGeom prst="rect">
            <a:avLst/>
          </a:prstGeom>
        </p:spPr>
      </p:pic>
      <p:sp>
        <p:nvSpPr>
          <p:cNvPr id="17" name="Texto 17"/>
          <p:cNvSpPr txBox="1"/>
          <p:nvPr/>
        </p:nvSpPr>
        <p:spPr>
          <a:xfrm>
            <a:off x="9702800" y="2628900"/>
            <a:ext cx="1676400" cy="203200"/>
          </a:xfrm>
          <a:prstGeom prst="rect">
            <a:avLst/>
          </a:prstGeom>
          <a:noFill/>
        </p:spPr>
        <p:txBody>
          <a:bodyPr wrap="square" lIns="0" tIns="0" rIns="0" bIns="0" rtlCol="0" anchor="t">
            <a:noAutofit/>
          </a:bodyPr>
          <a:lstStyle/>
          <a:p>
            <a:pPr algn="ctr">
              <a:lnSpc>
                <a:spcPct val="100000"/>
              </a:lnSpc>
              <a:buNone/>
            </a:pPr>
            <a:r>
              <a:rPr lang="es-ES" sz="1000" b="0" dirty="0">
                <a:solidFill>
                  <a:srgbClr val="206C83"/>
                </a:solidFill>
                <a:latin typeface="Poppins Medium"/>
                <a:cs typeface="Poppins Medium"/>
              </a:rPr>
              <a:t>calendar</a:t>
            </a:r>
            <a:endParaRPr lang="es-ES" sz="1000" dirty="0"/>
          </a:p>
        </p:txBody>
      </p:sp>
      <p:pic>
        <p:nvPicPr>
          <p:cNvPr id="18" name="Imagen 18" descr="alert"/>
          <p:cNvPicPr>
            <a:picLocks noChangeAspect="1"/>
          </p:cNvPicPr>
          <p:nvPr/>
        </p:nvPicPr>
        <p:blipFill>
          <a:blip r:embed="rId9"/>
          <a:stretch>
            <a:fillRect/>
          </a:stretch>
        </p:blipFill>
        <p:spPr>
          <a:xfrm>
            <a:off x="1320800" y="3213100"/>
            <a:ext cx="406400" cy="406400"/>
          </a:xfrm>
          <a:prstGeom prst="rect">
            <a:avLst/>
          </a:prstGeom>
        </p:spPr>
      </p:pic>
      <p:sp>
        <p:nvSpPr>
          <p:cNvPr id="19" name="Texto 19"/>
          <p:cNvSpPr txBox="1"/>
          <p:nvPr/>
        </p:nvSpPr>
        <p:spPr>
          <a:xfrm>
            <a:off x="685800" y="3695700"/>
            <a:ext cx="1676400" cy="203200"/>
          </a:xfrm>
          <a:prstGeom prst="rect">
            <a:avLst/>
          </a:prstGeom>
          <a:noFill/>
        </p:spPr>
        <p:txBody>
          <a:bodyPr wrap="square" lIns="0" tIns="0" rIns="0" bIns="0" rtlCol="0" anchor="t">
            <a:noAutofit/>
          </a:bodyPr>
          <a:lstStyle/>
          <a:p>
            <a:pPr algn="ctr">
              <a:lnSpc>
                <a:spcPct val="100000"/>
              </a:lnSpc>
              <a:buNone/>
            </a:pPr>
            <a:r>
              <a:rPr lang="es-ES" sz="1000" b="0" dirty="0">
                <a:solidFill>
                  <a:srgbClr val="206C83"/>
                </a:solidFill>
                <a:latin typeface="Poppins Medium"/>
                <a:cs typeface="Poppins Medium"/>
              </a:rPr>
              <a:t>alert</a:t>
            </a:r>
            <a:endParaRPr lang="es-ES" sz="1000" dirty="0"/>
          </a:p>
        </p:txBody>
      </p:sp>
      <p:pic>
        <p:nvPicPr>
          <p:cNvPr id="20" name="Imagen 20" descr="check-circle"/>
          <p:cNvPicPr>
            <a:picLocks noChangeAspect="1"/>
          </p:cNvPicPr>
          <p:nvPr/>
        </p:nvPicPr>
        <p:blipFill>
          <a:blip r:embed="rId10"/>
          <a:stretch>
            <a:fillRect/>
          </a:stretch>
        </p:blipFill>
        <p:spPr>
          <a:xfrm>
            <a:off x="3124200" y="3213100"/>
            <a:ext cx="406400" cy="406400"/>
          </a:xfrm>
          <a:prstGeom prst="rect">
            <a:avLst/>
          </a:prstGeom>
        </p:spPr>
      </p:pic>
      <p:sp>
        <p:nvSpPr>
          <p:cNvPr id="21" name="Texto 21"/>
          <p:cNvSpPr txBox="1"/>
          <p:nvPr/>
        </p:nvSpPr>
        <p:spPr>
          <a:xfrm>
            <a:off x="2489200" y="3695700"/>
            <a:ext cx="1676400" cy="203200"/>
          </a:xfrm>
          <a:prstGeom prst="rect">
            <a:avLst/>
          </a:prstGeom>
          <a:noFill/>
        </p:spPr>
        <p:txBody>
          <a:bodyPr wrap="square" lIns="0" tIns="0" rIns="0" bIns="0" rtlCol="0" anchor="t">
            <a:noAutofit/>
          </a:bodyPr>
          <a:lstStyle/>
          <a:p>
            <a:pPr algn="ctr">
              <a:lnSpc>
                <a:spcPct val="100000"/>
              </a:lnSpc>
              <a:buNone/>
            </a:pPr>
            <a:r>
              <a:rPr lang="es-ES" sz="1000" b="0" dirty="0">
                <a:solidFill>
                  <a:srgbClr val="206C83"/>
                </a:solidFill>
                <a:latin typeface="Poppins Medium"/>
                <a:cs typeface="Poppins Medium"/>
              </a:rPr>
              <a:t>check-circle</a:t>
            </a:r>
            <a:endParaRPr lang="es-ES" sz="1000" dirty="0"/>
          </a:p>
        </p:txBody>
      </p:sp>
      <p:pic>
        <p:nvPicPr>
          <p:cNvPr id="22" name="Imagen 22" descr="checklist"/>
          <p:cNvPicPr>
            <a:picLocks noChangeAspect="1"/>
          </p:cNvPicPr>
          <p:nvPr/>
        </p:nvPicPr>
        <p:blipFill>
          <a:blip r:embed="rId11"/>
          <a:stretch>
            <a:fillRect/>
          </a:stretch>
        </p:blipFill>
        <p:spPr>
          <a:xfrm>
            <a:off x="4927600" y="3213100"/>
            <a:ext cx="406400" cy="406400"/>
          </a:xfrm>
          <a:prstGeom prst="rect">
            <a:avLst/>
          </a:prstGeom>
        </p:spPr>
      </p:pic>
      <p:sp>
        <p:nvSpPr>
          <p:cNvPr id="23" name="Texto 23"/>
          <p:cNvSpPr txBox="1"/>
          <p:nvPr/>
        </p:nvSpPr>
        <p:spPr>
          <a:xfrm>
            <a:off x="4292600" y="3695700"/>
            <a:ext cx="1676400" cy="203200"/>
          </a:xfrm>
          <a:prstGeom prst="rect">
            <a:avLst/>
          </a:prstGeom>
          <a:noFill/>
        </p:spPr>
        <p:txBody>
          <a:bodyPr wrap="square" lIns="0" tIns="0" rIns="0" bIns="0" rtlCol="0" anchor="t">
            <a:noAutofit/>
          </a:bodyPr>
          <a:lstStyle/>
          <a:p>
            <a:pPr algn="ctr">
              <a:lnSpc>
                <a:spcPct val="100000"/>
              </a:lnSpc>
              <a:buNone/>
            </a:pPr>
            <a:r>
              <a:rPr lang="es-ES" sz="1000" b="0" dirty="0">
                <a:solidFill>
                  <a:srgbClr val="206C83"/>
                </a:solidFill>
                <a:latin typeface="Poppins Medium"/>
                <a:cs typeface="Poppins Medium"/>
              </a:rPr>
              <a:t>checklist</a:t>
            </a:r>
            <a:endParaRPr lang="es-ES" sz="1000" dirty="0"/>
          </a:p>
        </p:txBody>
      </p:sp>
      <p:pic>
        <p:nvPicPr>
          <p:cNvPr id="24" name="Imagen 24" descr="link"/>
          <p:cNvPicPr>
            <a:picLocks noChangeAspect="1"/>
          </p:cNvPicPr>
          <p:nvPr/>
        </p:nvPicPr>
        <p:blipFill>
          <a:blip r:embed="rId12"/>
          <a:stretch>
            <a:fillRect/>
          </a:stretch>
        </p:blipFill>
        <p:spPr>
          <a:xfrm>
            <a:off x="6731000" y="3213100"/>
            <a:ext cx="406400" cy="406400"/>
          </a:xfrm>
          <a:prstGeom prst="rect">
            <a:avLst/>
          </a:prstGeom>
        </p:spPr>
      </p:pic>
      <p:sp>
        <p:nvSpPr>
          <p:cNvPr id="25" name="Texto 25"/>
          <p:cNvSpPr txBox="1"/>
          <p:nvPr/>
        </p:nvSpPr>
        <p:spPr>
          <a:xfrm>
            <a:off x="6096000" y="3695700"/>
            <a:ext cx="1676400" cy="203200"/>
          </a:xfrm>
          <a:prstGeom prst="rect">
            <a:avLst/>
          </a:prstGeom>
          <a:noFill/>
        </p:spPr>
        <p:txBody>
          <a:bodyPr wrap="square" lIns="0" tIns="0" rIns="0" bIns="0" rtlCol="0" anchor="t">
            <a:noAutofit/>
          </a:bodyPr>
          <a:lstStyle/>
          <a:p>
            <a:pPr algn="ctr">
              <a:lnSpc>
                <a:spcPct val="100000"/>
              </a:lnSpc>
              <a:buNone/>
            </a:pPr>
            <a:r>
              <a:rPr lang="es-ES" sz="1000" b="0" dirty="0">
                <a:solidFill>
                  <a:srgbClr val="206C83"/>
                </a:solidFill>
                <a:latin typeface="Poppins Medium"/>
                <a:cs typeface="Poppins Medium"/>
              </a:rPr>
              <a:t>link</a:t>
            </a:r>
            <a:endParaRPr lang="es-ES" sz="1000" dirty="0"/>
          </a:p>
        </p:txBody>
      </p:sp>
      <p:pic>
        <p:nvPicPr>
          <p:cNvPr id="26" name="Imagen 26" descr="send"/>
          <p:cNvPicPr>
            <a:picLocks noChangeAspect="1"/>
          </p:cNvPicPr>
          <p:nvPr/>
        </p:nvPicPr>
        <p:blipFill>
          <a:blip r:embed="rId13"/>
          <a:stretch>
            <a:fillRect/>
          </a:stretch>
        </p:blipFill>
        <p:spPr>
          <a:xfrm>
            <a:off x="8534400" y="3213100"/>
            <a:ext cx="406400" cy="406400"/>
          </a:xfrm>
          <a:prstGeom prst="rect">
            <a:avLst/>
          </a:prstGeom>
        </p:spPr>
      </p:pic>
      <p:sp>
        <p:nvSpPr>
          <p:cNvPr id="27" name="Texto 27"/>
          <p:cNvSpPr txBox="1"/>
          <p:nvPr/>
        </p:nvSpPr>
        <p:spPr>
          <a:xfrm>
            <a:off x="7899400" y="3695700"/>
            <a:ext cx="1676400" cy="203200"/>
          </a:xfrm>
          <a:prstGeom prst="rect">
            <a:avLst/>
          </a:prstGeom>
          <a:noFill/>
        </p:spPr>
        <p:txBody>
          <a:bodyPr wrap="square" lIns="0" tIns="0" rIns="0" bIns="0" rtlCol="0" anchor="t">
            <a:noAutofit/>
          </a:bodyPr>
          <a:lstStyle/>
          <a:p>
            <a:pPr algn="ctr">
              <a:lnSpc>
                <a:spcPct val="100000"/>
              </a:lnSpc>
              <a:buNone/>
            </a:pPr>
            <a:r>
              <a:rPr lang="es-ES" sz="1000" b="0" dirty="0">
                <a:solidFill>
                  <a:srgbClr val="206C83"/>
                </a:solidFill>
                <a:latin typeface="Poppins Medium"/>
                <a:cs typeface="Poppins Medium"/>
              </a:rPr>
              <a:t>send</a:t>
            </a:r>
            <a:endParaRPr lang="es-ES" sz="1000" dirty="0"/>
          </a:p>
        </p:txBody>
      </p:sp>
      <p:pic>
        <p:nvPicPr>
          <p:cNvPr id="28" name="Imagen 28" descr="phone"/>
          <p:cNvPicPr>
            <a:picLocks noChangeAspect="1"/>
          </p:cNvPicPr>
          <p:nvPr/>
        </p:nvPicPr>
        <p:blipFill>
          <a:blip r:embed="rId14"/>
          <a:stretch>
            <a:fillRect/>
          </a:stretch>
        </p:blipFill>
        <p:spPr>
          <a:xfrm>
            <a:off x="10337800" y="3213100"/>
            <a:ext cx="406400" cy="406400"/>
          </a:xfrm>
          <a:prstGeom prst="rect">
            <a:avLst/>
          </a:prstGeom>
        </p:spPr>
      </p:pic>
      <p:sp>
        <p:nvSpPr>
          <p:cNvPr id="29" name="Texto 29"/>
          <p:cNvSpPr txBox="1"/>
          <p:nvPr/>
        </p:nvSpPr>
        <p:spPr>
          <a:xfrm>
            <a:off x="9702800" y="3695700"/>
            <a:ext cx="1676400" cy="203200"/>
          </a:xfrm>
          <a:prstGeom prst="rect">
            <a:avLst/>
          </a:prstGeom>
          <a:noFill/>
        </p:spPr>
        <p:txBody>
          <a:bodyPr wrap="square" lIns="0" tIns="0" rIns="0" bIns="0" rtlCol="0" anchor="t">
            <a:noAutofit/>
          </a:bodyPr>
          <a:lstStyle/>
          <a:p>
            <a:pPr algn="ctr">
              <a:lnSpc>
                <a:spcPct val="100000"/>
              </a:lnSpc>
              <a:buNone/>
            </a:pPr>
            <a:r>
              <a:rPr lang="es-ES" sz="1000" b="0" dirty="0">
                <a:solidFill>
                  <a:srgbClr val="206C83"/>
                </a:solidFill>
                <a:latin typeface="Poppins Medium"/>
                <a:cs typeface="Poppins Medium"/>
              </a:rPr>
              <a:t>phone</a:t>
            </a:r>
            <a:endParaRPr lang="es-ES" sz="1000" dirty="0"/>
          </a:p>
        </p:txBody>
      </p:sp>
      <p:pic>
        <p:nvPicPr>
          <p:cNvPr id="30" name="Imagen 30" descr="database"/>
          <p:cNvPicPr>
            <a:picLocks noChangeAspect="1"/>
          </p:cNvPicPr>
          <p:nvPr/>
        </p:nvPicPr>
        <p:blipFill>
          <a:blip r:embed="rId15"/>
          <a:stretch>
            <a:fillRect/>
          </a:stretch>
        </p:blipFill>
        <p:spPr>
          <a:xfrm>
            <a:off x="1320800" y="4279900"/>
            <a:ext cx="406400" cy="406400"/>
          </a:xfrm>
          <a:prstGeom prst="rect">
            <a:avLst/>
          </a:prstGeom>
        </p:spPr>
      </p:pic>
      <p:sp>
        <p:nvSpPr>
          <p:cNvPr id="31" name="Texto 31"/>
          <p:cNvSpPr txBox="1"/>
          <p:nvPr/>
        </p:nvSpPr>
        <p:spPr>
          <a:xfrm>
            <a:off x="685800" y="4762500"/>
            <a:ext cx="1676400" cy="203200"/>
          </a:xfrm>
          <a:prstGeom prst="rect">
            <a:avLst/>
          </a:prstGeom>
          <a:noFill/>
        </p:spPr>
        <p:txBody>
          <a:bodyPr wrap="square" lIns="0" tIns="0" rIns="0" bIns="0" rtlCol="0" anchor="t">
            <a:noAutofit/>
          </a:bodyPr>
          <a:lstStyle/>
          <a:p>
            <a:pPr algn="ctr">
              <a:lnSpc>
                <a:spcPct val="100000"/>
              </a:lnSpc>
              <a:buNone/>
            </a:pPr>
            <a:r>
              <a:rPr lang="es-ES" sz="1000" b="0" dirty="0">
                <a:solidFill>
                  <a:srgbClr val="206C83"/>
                </a:solidFill>
                <a:latin typeface="Poppins Medium"/>
                <a:cs typeface="Poppins Medium"/>
              </a:rPr>
              <a:t>database</a:t>
            </a:r>
            <a:endParaRPr lang="es-ES" sz="1000" dirty="0"/>
          </a:p>
        </p:txBody>
      </p:sp>
      <p:pic>
        <p:nvPicPr>
          <p:cNvPr id="32" name="Imagen 32" descr="chart"/>
          <p:cNvPicPr>
            <a:picLocks noChangeAspect="1"/>
          </p:cNvPicPr>
          <p:nvPr/>
        </p:nvPicPr>
        <p:blipFill>
          <a:blip r:embed="rId16"/>
          <a:stretch>
            <a:fillRect/>
          </a:stretch>
        </p:blipFill>
        <p:spPr>
          <a:xfrm>
            <a:off x="3124200" y="4279900"/>
            <a:ext cx="406400" cy="406400"/>
          </a:xfrm>
          <a:prstGeom prst="rect">
            <a:avLst/>
          </a:prstGeom>
        </p:spPr>
      </p:pic>
      <p:sp>
        <p:nvSpPr>
          <p:cNvPr id="33" name="Texto 33"/>
          <p:cNvSpPr txBox="1"/>
          <p:nvPr/>
        </p:nvSpPr>
        <p:spPr>
          <a:xfrm>
            <a:off x="2489200" y="4762500"/>
            <a:ext cx="1676400" cy="203200"/>
          </a:xfrm>
          <a:prstGeom prst="rect">
            <a:avLst/>
          </a:prstGeom>
          <a:noFill/>
        </p:spPr>
        <p:txBody>
          <a:bodyPr wrap="square" lIns="0" tIns="0" rIns="0" bIns="0" rtlCol="0" anchor="t">
            <a:noAutofit/>
          </a:bodyPr>
          <a:lstStyle/>
          <a:p>
            <a:pPr algn="ctr">
              <a:lnSpc>
                <a:spcPct val="100000"/>
              </a:lnSpc>
              <a:buNone/>
            </a:pPr>
            <a:r>
              <a:rPr lang="es-ES" sz="1000" b="0" dirty="0">
                <a:solidFill>
                  <a:srgbClr val="206C83"/>
                </a:solidFill>
                <a:latin typeface="Poppins Medium"/>
                <a:cs typeface="Poppins Medium"/>
              </a:rPr>
              <a:t>chart</a:t>
            </a:r>
            <a:endParaRPr lang="es-ES" sz="1000" dirty="0"/>
          </a:p>
        </p:txBody>
      </p:sp>
      <p:pic>
        <p:nvPicPr>
          <p:cNvPr id="34" name="Imagen 34" descr="user"/>
          <p:cNvPicPr>
            <a:picLocks noChangeAspect="1"/>
          </p:cNvPicPr>
          <p:nvPr/>
        </p:nvPicPr>
        <p:blipFill>
          <a:blip r:embed="rId17"/>
          <a:stretch>
            <a:fillRect/>
          </a:stretch>
        </p:blipFill>
        <p:spPr>
          <a:xfrm>
            <a:off x="4927600" y="4279900"/>
            <a:ext cx="406400" cy="406400"/>
          </a:xfrm>
          <a:prstGeom prst="rect">
            <a:avLst/>
          </a:prstGeom>
        </p:spPr>
      </p:pic>
      <p:sp>
        <p:nvSpPr>
          <p:cNvPr id="35" name="Texto 35"/>
          <p:cNvSpPr txBox="1"/>
          <p:nvPr/>
        </p:nvSpPr>
        <p:spPr>
          <a:xfrm>
            <a:off x="4292600" y="4762500"/>
            <a:ext cx="1676400" cy="203200"/>
          </a:xfrm>
          <a:prstGeom prst="rect">
            <a:avLst/>
          </a:prstGeom>
          <a:noFill/>
        </p:spPr>
        <p:txBody>
          <a:bodyPr wrap="square" lIns="0" tIns="0" rIns="0" bIns="0" rtlCol="0" anchor="t">
            <a:noAutofit/>
          </a:bodyPr>
          <a:lstStyle/>
          <a:p>
            <a:pPr algn="ctr">
              <a:lnSpc>
                <a:spcPct val="100000"/>
              </a:lnSpc>
              <a:buNone/>
            </a:pPr>
            <a:r>
              <a:rPr lang="es-ES" sz="1000" b="0" dirty="0">
                <a:solidFill>
                  <a:srgbClr val="206C83"/>
                </a:solidFill>
                <a:latin typeface="Poppins Medium"/>
                <a:cs typeface="Poppins Medium"/>
              </a:rPr>
              <a:t>user</a:t>
            </a:r>
            <a:endParaRPr lang="es-ES" sz="1000" dirty="0"/>
          </a:p>
        </p:txBody>
      </p:sp>
      <p:pic>
        <p:nvPicPr>
          <p:cNvPr id="36" name="Imagen 36" descr="bot"/>
          <p:cNvPicPr>
            <a:picLocks noChangeAspect="1"/>
          </p:cNvPicPr>
          <p:nvPr/>
        </p:nvPicPr>
        <p:blipFill>
          <a:blip r:embed="rId18"/>
          <a:stretch>
            <a:fillRect/>
          </a:stretch>
        </p:blipFill>
        <p:spPr>
          <a:xfrm>
            <a:off x="6731000" y="4279900"/>
            <a:ext cx="406400" cy="406400"/>
          </a:xfrm>
          <a:prstGeom prst="rect">
            <a:avLst/>
          </a:prstGeom>
        </p:spPr>
      </p:pic>
      <p:sp>
        <p:nvSpPr>
          <p:cNvPr id="37" name="Texto 37"/>
          <p:cNvSpPr txBox="1"/>
          <p:nvPr/>
        </p:nvSpPr>
        <p:spPr>
          <a:xfrm>
            <a:off x="6096000" y="4762500"/>
            <a:ext cx="1676400" cy="203200"/>
          </a:xfrm>
          <a:prstGeom prst="rect">
            <a:avLst/>
          </a:prstGeom>
          <a:noFill/>
        </p:spPr>
        <p:txBody>
          <a:bodyPr wrap="square" lIns="0" tIns="0" rIns="0" bIns="0" rtlCol="0" anchor="t">
            <a:noAutofit/>
          </a:bodyPr>
          <a:lstStyle/>
          <a:p>
            <a:pPr algn="ctr">
              <a:lnSpc>
                <a:spcPct val="100000"/>
              </a:lnSpc>
              <a:buNone/>
            </a:pPr>
            <a:r>
              <a:rPr lang="es-ES" sz="1000" b="0" dirty="0">
                <a:solidFill>
                  <a:srgbClr val="206C83"/>
                </a:solidFill>
                <a:latin typeface="Poppins Medium"/>
                <a:cs typeface="Poppins Medium"/>
              </a:rPr>
              <a:t>bot</a:t>
            </a:r>
            <a:endParaRPr lang="es-ES" sz="1000" dirty="0"/>
          </a:p>
        </p:txBody>
      </p:sp>
      <p:pic>
        <p:nvPicPr>
          <p:cNvPr id="38" name="Imagen 38" descr="gauge"/>
          <p:cNvPicPr>
            <a:picLocks noChangeAspect="1"/>
          </p:cNvPicPr>
          <p:nvPr/>
        </p:nvPicPr>
        <p:blipFill>
          <a:blip r:embed="rId19"/>
          <a:stretch>
            <a:fillRect/>
          </a:stretch>
        </p:blipFill>
        <p:spPr>
          <a:xfrm>
            <a:off x="8534400" y="4279900"/>
            <a:ext cx="406400" cy="406400"/>
          </a:xfrm>
          <a:prstGeom prst="rect">
            <a:avLst/>
          </a:prstGeom>
        </p:spPr>
      </p:pic>
      <p:sp>
        <p:nvSpPr>
          <p:cNvPr id="39" name="Texto 39"/>
          <p:cNvSpPr txBox="1"/>
          <p:nvPr/>
        </p:nvSpPr>
        <p:spPr>
          <a:xfrm>
            <a:off x="7899400" y="4762500"/>
            <a:ext cx="1676400" cy="203200"/>
          </a:xfrm>
          <a:prstGeom prst="rect">
            <a:avLst/>
          </a:prstGeom>
          <a:noFill/>
        </p:spPr>
        <p:txBody>
          <a:bodyPr wrap="square" lIns="0" tIns="0" rIns="0" bIns="0" rtlCol="0" anchor="t">
            <a:noAutofit/>
          </a:bodyPr>
          <a:lstStyle/>
          <a:p>
            <a:pPr algn="ctr">
              <a:lnSpc>
                <a:spcPct val="100000"/>
              </a:lnSpc>
              <a:buNone/>
            </a:pPr>
            <a:r>
              <a:rPr lang="es-ES" sz="1000" b="0" dirty="0">
                <a:solidFill>
                  <a:srgbClr val="206C83"/>
                </a:solidFill>
                <a:latin typeface="Poppins Medium"/>
                <a:cs typeface="Poppins Medium"/>
              </a:rPr>
              <a:t>gauge</a:t>
            </a:r>
            <a:endParaRPr lang="es-ES" sz="1000" dirty="0"/>
          </a:p>
        </p:txBody>
      </p:sp>
      <p:pic>
        <p:nvPicPr>
          <p:cNvPr id="40" name="Imagen 40" descr="face"/>
          <p:cNvPicPr>
            <a:picLocks noChangeAspect="1"/>
          </p:cNvPicPr>
          <p:nvPr/>
        </p:nvPicPr>
        <p:blipFill>
          <a:blip r:embed="rId20"/>
          <a:stretch>
            <a:fillRect/>
          </a:stretch>
        </p:blipFill>
        <p:spPr>
          <a:xfrm>
            <a:off x="10337800" y="4279900"/>
            <a:ext cx="406400" cy="406400"/>
          </a:xfrm>
          <a:prstGeom prst="rect">
            <a:avLst/>
          </a:prstGeom>
        </p:spPr>
      </p:pic>
      <p:sp>
        <p:nvSpPr>
          <p:cNvPr id="41" name="Texto 41"/>
          <p:cNvSpPr txBox="1"/>
          <p:nvPr/>
        </p:nvSpPr>
        <p:spPr>
          <a:xfrm>
            <a:off x="9702800" y="4762500"/>
            <a:ext cx="1676400" cy="203200"/>
          </a:xfrm>
          <a:prstGeom prst="rect">
            <a:avLst/>
          </a:prstGeom>
          <a:noFill/>
        </p:spPr>
        <p:txBody>
          <a:bodyPr wrap="square" lIns="0" tIns="0" rIns="0" bIns="0" rtlCol="0" anchor="t">
            <a:noAutofit/>
          </a:bodyPr>
          <a:lstStyle/>
          <a:p>
            <a:pPr algn="ctr">
              <a:lnSpc>
                <a:spcPct val="100000"/>
              </a:lnSpc>
              <a:buNone/>
            </a:pPr>
            <a:r>
              <a:rPr lang="es-ES" sz="1000" b="0" dirty="0">
                <a:solidFill>
                  <a:srgbClr val="206C83"/>
                </a:solidFill>
                <a:latin typeface="Poppins Medium"/>
                <a:cs typeface="Poppins Medium"/>
              </a:rPr>
              <a:t>face</a:t>
            </a:r>
            <a:endParaRPr lang="es-ES" sz="1000" dirty="0"/>
          </a:p>
        </p:txBody>
      </p:sp>
      <p:pic>
        <p:nvPicPr>
          <p:cNvPr id="42" name="Imagen 42" descr="building"/>
          <p:cNvPicPr>
            <a:picLocks noChangeAspect="1"/>
          </p:cNvPicPr>
          <p:nvPr/>
        </p:nvPicPr>
        <p:blipFill>
          <a:blip r:embed="rId21"/>
          <a:stretch>
            <a:fillRect/>
          </a:stretch>
        </p:blipFill>
        <p:spPr>
          <a:xfrm>
            <a:off x="1320800" y="5346700"/>
            <a:ext cx="406400" cy="406400"/>
          </a:xfrm>
          <a:prstGeom prst="rect">
            <a:avLst/>
          </a:prstGeom>
        </p:spPr>
      </p:pic>
      <p:sp>
        <p:nvSpPr>
          <p:cNvPr id="43" name="Texto 43"/>
          <p:cNvSpPr txBox="1"/>
          <p:nvPr/>
        </p:nvSpPr>
        <p:spPr>
          <a:xfrm>
            <a:off x="685800" y="5829300"/>
            <a:ext cx="1676400" cy="203200"/>
          </a:xfrm>
          <a:prstGeom prst="rect">
            <a:avLst/>
          </a:prstGeom>
          <a:noFill/>
        </p:spPr>
        <p:txBody>
          <a:bodyPr wrap="square" lIns="0" tIns="0" rIns="0" bIns="0" rtlCol="0" anchor="t">
            <a:noAutofit/>
          </a:bodyPr>
          <a:lstStyle/>
          <a:p>
            <a:pPr algn="ctr">
              <a:lnSpc>
                <a:spcPct val="100000"/>
              </a:lnSpc>
              <a:buNone/>
            </a:pPr>
            <a:r>
              <a:rPr lang="es-ES" sz="1000" b="0" dirty="0">
                <a:solidFill>
                  <a:srgbClr val="206C83"/>
                </a:solidFill>
                <a:latin typeface="Poppins Medium"/>
                <a:cs typeface="Poppins Medium"/>
              </a:rPr>
              <a:t>building</a:t>
            </a:r>
            <a:endParaRPr lang="es-ES" sz="1000" dirty="0"/>
          </a:p>
        </p:txBody>
      </p:sp>
      <p:pic>
        <p:nvPicPr>
          <p:cNvPr id="44" name="Imagen 44" descr="chat"/>
          <p:cNvPicPr>
            <a:picLocks noChangeAspect="1"/>
          </p:cNvPicPr>
          <p:nvPr/>
        </p:nvPicPr>
        <p:blipFill>
          <a:blip r:embed="rId22"/>
          <a:stretch>
            <a:fillRect/>
          </a:stretch>
        </p:blipFill>
        <p:spPr>
          <a:xfrm>
            <a:off x="3124200" y="5346700"/>
            <a:ext cx="406400" cy="406400"/>
          </a:xfrm>
          <a:prstGeom prst="rect">
            <a:avLst/>
          </a:prstGeom>
        </p:spPr>
      </p:pic>
      <p:sp>
        <p:nvSpPr>
          <p:cNvPr id="45" name="Texto 45"/>
          <p:cNvSpPr txBox="1"/>
          <p:nvPr/>
        </p:nvSpPr>
        <p:spPr>
          <a:xfrm>
            <a:off x="2489200" y="5829300"/>
            <a:ext cx="1676400" cy="203200"/>
          </a:xfrm>
          <a:prstGeom prst="rect">
            <a:avLst/>
          </a:prstGeom>
          <a:noFill/>
        </p:spPr>
        <p:txBody>
          <a:bodyPr wrap="square" lIns="0" tIns="0" rIns="0" bIns="0" rtlCol="0" anchor="t">
            <a:noAutofit/>
          </a:bodyPr>
          <a:lstStyle/>
          <a:p>
            <a:pPr algn="ctr">
              <a:lnSpc>
                <a:spcPct val="100000"/>
              </a:lnSpc>
              <a:buNone/>
            </a:pPr>
            <a:r>
              <a:rPr lang="es-ES" sz="1000" b="0" dirty="0">
                <a:solidFill>
                  <a:srgbClr val="206C83"/>
                </a:solidFill>
                <a:latin typeface="Poppins Medium"/>
                <a:cs typeface="Poppins Medium"/>
              </a:rPr>
              <a:t>chat</a:t>
            </a:r>
            <a:endParaRPr lang="es-ES" sz="1000" dirty="0"/>
          </a:p>
        </p:txBody>
      </p:sp>
      <p:pic>
        <p:nvPicPr>
          <p:cNvPr id="46" name="Imagen 46" descr="shield"/>
          <p:cNvPicPr>
            <a:picLocks noChangeAspect="1"/>
          </p:cNvPicPr>
          <p:nvPr/>
        </p:nvPicPr>
        <p:blipFill>
          <a:blip r:embed="rId23"/>
          <a:stretch>
            <a:fillRect/>
          </a:stretch>
        </p:blipFill>
        <p:spPr>
          <a:xfrm>
            <a:off x="4927600" y="5346700"/>
            <a:ext cx="406400" cy="406400"/>
          </a:xfrm>
          <a:prstGeom prst="rect">
            <a:avLst/>
          </a:prstGeom>
        </p:spPr>
      </p:pic>
      <p:sp>
        <p:nvSpPr>
          <p:cNvPr id="47" name="Texto 47"/>
          <p:cNvSpPr txBox="1"/>
          <p:nvPr/>
        </p:nvSpPr>
        <p:spPr>
          <a:xfrm>
            <a:off x="4292600" y="5829300"/>
            <a:ext cx="1676400" cy="203200"/>
          </a:xfrm>
          <a:prstGeom prst="rect">
            <a:avLst/>
          </a:prstGeom>
          <a:noFill/>
        </p:spPr>
        <p:txBody>
          <a:bodyPr wrap="square" lIns="0" tIns="0" rIns="0" bIns="0" rtlCol="0" anchor="t">
            <a:noAutofit/>
          </a:bodyPr>
          <a:lstStyle/>
          <a:p>
            <a:pPr algn="ctr">
              <a:lnSpc>
                <a:spcPct val="100000"/>
              </a:lnSpc>
              <a:buNone/>
            </a:pPr>
            <a:r>
              <a:rPr lang="es-ES" sz="1000" b="0" dirty="0">
                <a:solidFill>
                  <a:srgbClr val="206C83"/>
                </a:solidFill>
                <a:latin typeface="Poppins Medium"/>
                <a:cs typeface="Poppins Medium"/>
              </a:rPr>
              <a:t>shield</a:t>
            </a:r>
            <a:endParaRPr lang="es-ES" sz="1000" dirty="0"/>
          </a:p>
        </p:txBody>
      </p:sp>
      <p:pic>
        <p:nvPicPr>
          <p:cNvPr id="48" name="Imagen 48" descr="id-card"/>
          <p:cNvPicPr>
            <a:picLocks noChangeAspect="1"/>
          </p:cNvPicPr>
          <p:nvPr/>
        </p:nvPicPr>
        <p:blipFill>
          <a:blip r:embed="rId24"/>
          <a:stretch>
            <a:fillRect/>
          </a:stretch>
        </p:blipFill>
        <p:spPr>
          <a:xfrm>
            <a:off x="6731000" y="5346700"/>
            <a:ext cx="406400" cy="406400"/>
          </a:xfrm>
          <a:prstGeom prst="rect">
            <a:avLst/>
          </a:prstGeom>
        </p:spPr>
      </p:pic>
      <p:sp>
        <p:nvSpPr>
          <p:cNvPr id="49" name="Texto 49"/>
          <p:cNvSpPr txBox="1"/>
          <p:nvPr/>
        </p:nvSpPr>
        <p:spPr>
          <a:xfrm>
            <a:off x="6096000" y="5829300"/>
            <a:ext cx="1676400" cy="203200"/>
          </a:xfrm>
          <a:prstGeom prst="rect">
            <a:avLst/>
          </a:prstGeom>
          <a:noFill/>
        </p:spPr>
        <p:txBody>
          <a:bodyPr wrap="square" lIns="0" tIns="0" rIns="0" bIns="0" rtlCol="0" anchor="t">
            <a:noAutofit/>
          </a:bodyPr>
          <a:lstStyle/>
          <a:p>
            <a:pPr algn="ctr">
              <a:lnSpc>
                <a:spcPct val="100000"/>
              </a:lnSpc>
              <a:buNone/>
            </a:pPr>
            <a:r>
              <a:rPr lang="es-ES" sz="1000" b="0" dirty="0">
                <a:solidFill>
                  <a:srgbClr val="206C83"/>
                </a:solidFill>
                <a:latin typeface="Poppins Medium"/>
                <a:cs typeface="Poppins Medium"/>
              </a:rPr>
              <a:t>id-card</a:t>
            </a:r>
            <a:endParaRPr lang="es-ES" sz="1000" dirty="0"/>
          </a:p>
        </p:txBody>
      </p:sp>
      <p:pic>
        <p:nvPicPr>
          <p:cNvPr id="50" name="Imagen 50" descr="file"/>
          <p:cNvPicPr>
            <a:picLocks noChangeAspect="1"/>
          </p:cNvPicPr>
          <p:nvPr/>
        </p:nvPicPr>
        <p:blipFill>
          <a:blip r:embed="rId25"/>
          <a:stretch>
            <a:fillRect/>
          </a:stretch>
        </p:blipFill>
        <p:spPr>
          <a:xfrm>
            <a:off x="8534400" y="5346700"/>
            <a:ext cx="406400" cy="406400"/>
          </a:xfrm>
          <a:prstGeom prst="rect">
            <a:avLst/>
          </a:prstGeom>
        </p:spPr>
      </p:pic>
      <p:sp>
        <p:nvSpPr>
          <p:cNvPr id="51" name="Texto 51"/>
          <p:cNvSpPr txBox="1"/>
          <p:nvPr/>
        </p:nvSpPr>
        <p:spPr>
          <a:xfrm>
            <a:off x="7899400" y="5829300"/>
            <a:ext cx="1676400" cy="203200"/>
          </a:xfrm>
          <a:prstGeom prst="rect">
            <a:avLst/>
          </a:prstGeom>
          <a:noFill/>
        </p:spPr>
        <p:txBody>
          <a:bodyPr wrap="square" lIns="0" tIns="0" rIns="0" bIns="0" rtlCol="0" anchor="t">
            <a:noAutofit/>
          </a:bodyPr>
          <a:lstStyle/>
          <a:p>
            <a:pPr algn="ctr">
              <a:lnSpc>
                <a:spcPct val="100000"/>
              </a:lnSpc>
              <a:buNone/>
            </a:pPr>
            <a:r>
              <a:rPr lang="es-ES" sz="1000" b="0" dirty="0">
                <a:solidFill>
                  <a:srgbClr val="206C83"/>
                </a:solidFill>
                <a:latin typeface="Poppins Medium"/>
                <a:cs typeface="Poppins Medium"/>
              </a:rPr>
              <a:t>file</a:t>
            </a:r>
            <a:endParaRPr lang="es-ES" sz="1000" dirty="0"/>
          </a:p>
        </p:txBody>
      </p:sp>
    </p:spTree>
  </p:cSld>
  <p:clrMapOvr>
    <a:masterClrMapping/>
  </p:clrMapOvr>
</p:sld>
</file>

<file path=ppt/theme/theme1.xml><?xml version="1.0" encoding="utf-8"?>
<a:theme xmlns:a="http://schemas.openxmlformats.org/drawingml/2006/main" name="Jelou">
  <a:themeElements>
    <a:clrScheme name="Jelou">
      <a:dk1>
        <a:srgbClr val="151C2A"/>
      </a:dk1>
      <a:lt1>
        <a:srgbClr val="FFFFFF"/>
      </a:lt1>
      <a:dk2>
        <a:srgbClr val="206C83"/>
      </a:dk2>
      <a:lt2>
        <a:srgbClr val="E6F2F4"/>
      </a:lt2>
      <a:accent1>
        <a:srgbClr val="00B4C7"/>
      </a:accent1>
      <a:accent2>
        <a:srgbClr val="3DD88D"/>
      </a:accent2>
      <a:accent3>
        <a:srgbClr val="5FC5E3"/>
      </a:accent3>
      <a:accent4>
        <a:srgbClr val="206C83"/>
      </a:accent4>
      <a:accent5>
        <a:srgbClr val="FF6633"/>
      </a:accent5>
      <a:accent6>
        <a:srgbClr val="E6F2F4"/>
      </a:accent6>
      <a:hlink>
        <a:srgbClr val="00B4C7"/>
      </a:hlink>
      <a:folHlink>
        <a:srgbClr val="206C83"/>
      </a:folHlink>
    </a:clrScheme>
    <a:fontScheme name="Jelou">
      <a:majorFont>
        <a:latin typeface="Poppins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oppi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Application>Microsoft Office PowerPoint</Application>
  <PresentationFormat>Widescreen</PresentationFormat>
  <Slides>19</Slid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Plantilla de kickoff Jelou (diapositivas patrón)</dc:title>
  <dc:creator>Jelou</dc:creator>
  <dcterms:created xsi:type="dcterms:W3CDTF">2026-10-12T20:56:36Z</dcterms:created>
</cp:coreProperties>
</file>